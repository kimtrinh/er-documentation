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6.xml" ContentType="application/vnd.openxmlformats-officedocument.theme+xml"/>
  <Override PartName="/ppt/slideLayouts/slideLayout2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7" r:id="rId4"/>
    <p:sldMasterId id="2147483741" r:id="rId5"/>
    <p:sldMasterId id="2147483738" r:id="rId6"/>
    <p:sldMasterId id="2147483719" r:id="rId7"/>
    <p:sldMasterId id="2147483687" r:id="rId8"/>
    <p:sldMasterId id="2147483694" r:id="rId9"/>
    <p:sldMasterId id="2147483680" r:id="rId10"/>
  </p:sldMasterIdLst>
  <p:notesMasterIdLst>
    <p:notesMasterId r:id="rId34"/>
  </p:notesMasterIdLst>
  <p:handoutMasterIdLst>
    <p:handoutMasterId r:id="rId35"/>
  </p:handoutMasterIdLst>
  <p:sldIdLst>
    <p:sldId id="345" r:id="rId11"/>
    <p:sldId id="257" r:id="rId12"/>
    <p:sldId id="342" r:id="rId13"/>
    <p:sldId id="348" r:id="rId14"/>
    <p:sldId id="351" r:id="rId15"/>
    <p:sldId id="352" r:id="rId16"/>
    <p:sldId id="355" r:id="rId17"/>
    <p:sldId id="360" r:id="rId18"/>
    <p:sldId id="369" r:id="rId19"/>
    <p:sldId id="361" r:id="rId20"/>
    <p:sldId id="370" r:id="rId21"/>
    <p:sldId id="372" r:id="rId22"/>
    <p:sldId id="364" r:id="rId23"/>
    <p:sldId id="366" r:id="rId24"/>
    <p:sldId id="338" r:id="rId25"/>
    <p:sldId id="374" r:id="rId26"/>
    <p:sldId id="375" r:id="rId27"/>
    <p:sldId id="371" r:id="rId28"/>
    <p:sldId id="373" r:id="rId29"/>
    <p:sldId id="368" r:id="rId30"/>
    <p:sldId id="354" r:id="rId31"/>
    <p:sldId id="356" r:id="rId32"/>
    <p:sldId id="365" r:id="rId33"/>
  </p:sldIdLst>
  <p:sldSz cx="9144000" cy="6858000" type="screen4x3"/>
  <p:notesSz cx="6858000" cy="9144000"/>
  <p:defaultTextStyle>
    <a:defPPr>
      <a:defRPr lang="en-US"/>
    </a:defPPr>
    <a:lvl1pPr marL="0" algn="l" defTabSz="767951" rtl="0" eaLnBrk="1" latinLnBrk="0" hangingPunct="1">
      <a:defRPr sz="1512" kern="1200">
        <a:solidFill>
          <a:schemeClr val="tx1"/>
        </a:solidFill>
        <a:latin typeface="+mn-lt"/>
        <a:ea typeface="+mn-ea"/>
        <a:cs typeface="+mn-cs"/>
      </a:defRPr>
    </a:lvl1pPr>
    <a:lvl2pPr marL="383976" algn="l" defTabSz="767951" rtl="0" eaLnBrk="1" latinLnBrk="0" hangingPunct="1">
      <a:defRPr sz="1512" kern="1200">
        <a:solidFill>
          <a:schemeClr val="tx1"/>
        </a:solidFill>
        <a:latin typeface="+mn-lt"/>
        <a:ea typeface="+mn-ea"/>
        <a:cs typeface="+mn-cs"/>
      </a:defRPr>
    </a:lvl2pPr>
    <a:lvl3pPr marL="767951" algn="l" defTabSz="767951" rtl="0" eaLnBrk="1" latinLnBrk="0" hangingPunct="1">
      <a:defRPr sz="1512" kern="1200">
        <a:solidFill>
          <a:schemeClr val="tx1"/>
        </a:solidFill>
        <a:latin typeface="+mn-lt"/>
        <a:ea typeface="+mn-ea"/>
        <a:cs typeface="+mn-cs"/>
      </a:defRPr>
    </a:lvl3pPr>
    <a:lvl4pPr marL="1151927" algn="l" defTabSz="767951" rtl="0" eaLnBrk="1" latinLnBrk="0" hangingPunct="1">
      <a:defRPr sz="1512" kern="1200">
        <a:solidFill>
          <a:schemeClr val="tx1"/>
        </a:solidFill>
        <a:latin typeface="+mn-lt"/>
        <a:ea typeface="+mn-ea"/>
        <a:cs typeface="+mn-cs"/>
      </a:defRPr>
    </a:lvl4pPr>
    <a:lvl5pPr marL="1535903" algn="l" defTabSz="767951" rtl="0" eaLnBrk="1" latinLnBrk="0" hangingPunct="1">
      <a:defRPr sz="1512" kern="1200">
        <a:solidFill>
          <a:schemeClr val="tx1"/>
        </a:solidFill>
        <a:latin typeface="+mn-lt"/>
        <a:ea typeface="+mn-ea"/>
        <a:cs typeface="+mn-cs"/>
      </a:defRPr>
    </a:lvl5pPr>
    <a:lvl6pPr marL="1919879" algn="l" defTabSz="767951" rtl="0" eaLnBrk="1" latinLnBrk="0" hangingPunct="1">
      <a:defRPr sz="1512" kern="1200">
        <a:solidFill>
          <a:schemeClr val="tx1"/>
        </a:solidFill>
        <a:latin typeface="+mn-lt"/>
        <a:ea typeface="+mn-ea"/>
        <a:cs typeface="+mn-cs"/>
      </a:defRPr>
    </a:lvl6pPr>
    <a:lvl7pPr marL="2303854" algn="l" defTabSz="767951" rtl="0" eaLnBrk="1" latinLnBrk="0" hangingPunct="1">
      <a:defRPr sz="1512" kern="1200">
        <a:solidFill>
          <a:schemeClr val="tx1"/>
        </a:solidFill>
        <a:latin typeface="+mn-lt"/>
        <a:ea typeface="+mn-ea"/>
        <a:cs typeface="+mn-cs"/>
      </a:defRPr>
    </a:lvl7pPr>
    <a:lvl8pPr marL="2687830" algn="l" defTabSz="767951" rtl="0" eaLnBrk="1" latinLnBrk="0" hangingPunct="1">
      <a:defRPr sz="1512" kern="1200">
        <a:solidFill>
          <a:schemeClr val="tx1"/>
        </a:solidFill>
        <a:latin typeface="+mn-lt"/>
        <a:ea typeface="+mn-ea"/>
        <a:cs typeface="+mn-cs"/>
      </a:defRPr>
    </a:lvl8pPr>
    <a:lvl9pPr marL="3071806" algn="l" defTabSz="767951" rtl="0" eaLnBrk="1" latinLnBrk="0" hangingPunct="1">
      <a:defRPr sz="151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78B3"/>
    <a:srgbClr val="DFFFFF"/>
    <a:srgbClr val="16727A"/>
    <a:srgbClr val="643B8C"/>
    <a:srgbClr val="16737A"/>
    <a:srgbClr val="A62952"/>
    <a:srgbClr val="D54E29"/>
    <a:srgbClr val="27763B"/>
    <a:srgbClr val="7062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2369F8-3B3E-4C23-96F8-437BCE31A602}" v="7" dt="2024-09-24T22:45:46.0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68" autoAdjust="0"/>
    <p:restoredTop sz="91658" autoAdjust="0"/>
  </p:normalViewPr>
  <p:slideViewPr>
    <p:cSldViewPr snapToGrid="0" snapToObjects="1">
      <p:cViewPr varScale="1">
        <p:scale>
          <a:sx n="104" d="100"/>
          <a:sy n="104" d="100"/>
        </p:scale>
        <p:origin x="1938" y="114"/>
      </p:cViewPr>
      <p:guideLst>
        <p:guide orient="horz" pos="2148"/>
        <p:guide pos="288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tableStyles" Target="tableStyles.xml"/><Relationship Id="rId21" Type="http://schemas.openxmlformats.org/officeDocument/2006/relationships/slide" Target="slides/slide11.xml"/><Relationship Id="rId34" Type="http://schemas.openxmlformats.org/officeDocument/2006/relationships/notesMaster" Target="notesMasters/notes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handoutMaster" Target="handoutMasters/handoutMaster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A. Sirajuddin" userId="beb4b54a-e5f3-40bc-bf10-c91d81dd6647" providerId="ADAL" clId="{A62369F8-3B3E-4C23-96F8-437BCE31A602}"/>
    <pc:docChg chg="undo custSel addSld delSld modSld sldOrd">
      <pc:chgData name="Sara A. Sirajuddin" userId="beb4b54a-e5f3-40bc-bf10-c91d81dd6647" providerId="ADAL" clId="{A62369F8-3B3E-4C23-96F8-437BCE31A602}" dt="2024-09-24T22:55:17.660" v="3981" actId="20577"/>
      <pc:docMkLst>
        <pc:docMk/>
      </pc:docMkLst>
      <pc:sldChg chg="modNotesTx">
        <pc:chgData name="Sara A. Sirajuddin" userId="beb4b54a-e5f3-40bc-bf10-c91d81dd6647" providerId="ADAL" clId="{A62369F8-3B3E-4C23-96F8-437BCE31A602}" dt="2024-09-24T21:27:49.578" v="1974" actId="20577"/>
        <pc:sldMkLst>
          <pc:docMk/>
          <pc:sldMk cId="1152427620" sldId="342"/>
        </pc:sldMkLst>
      </pc:sldChg>
      <pc:sldChg chg="modSp mod">
        <pc:chgData name="Sara A. Sirajuddin" userId="beb4b54a-e5f3-40bc-bf10-c91d81dd6647" providerId="ADAL" clId="{A62369F8-3B3E-4C23-96F8-437BCE31A602}" dt="2024-09-24T21:19:46.799" v="1056" actId="20577"/>
        <pc:sldMkLst>
          <pc:docMk/>
          <pc:sldMk cId="136605976" sldId="345"/>
        </pc:sldMkLst>
        <pc:spChg chg="mod">
          <ac:chgData name="Sara A. Sirajuddin" userId="beb4b54a-e5f3-40bc-bf10-c91d81dd6647" providerId="ADAL" clId="{A62369F8-3B3E-4C23-96F8-437BCE31A602}" dt="2024-09-24T21:19:46.799" v="1056" actId="20577"/>
          <ac:spMkLst>
            <pc:docMk/>
            <pc:sldMk cId="136605976" sldId="345"/>
            <ac:spMk id="3" creationId="{00000000-0000-0000-0000-000000000000}"/>
          </ac:spMkLst>
        </pc:spChg>
      </pc:sldChg>
      <pc:sldChg chg="modNotesTx">
        <pc:chgData name="Sara A. Sirajuddin" userId="beb4b54a-e5f3-40bc-bf10-c91d81dd6647" providerId="ADAL" clId="{A62369F8-3B3E-4C23-96F8-437BCE31A602}" dt="2024-09-24T21:33:10.638" v="2060" actId="20577"/>
        <pc:sldMkLst>
          <pc:docMk/>
          <pc:sldMk cId="296495741" sldId="348"/>
        </pc:sldMkLst>
      </pc:sldChg>
      <pc:sldChg chg="modNotesTx">
        <pc:chgData name="Sara A. Sirajuddin" userId="beb4b54a-e5f3-40bc-bf10-c91d81dd6647" providerId="ADAL" clId="{A62369F8-3B3E-4C23-96F8-437BCE31A602}" dt="2024-09-24T21:21:27.950" v="1236" actId="6549"/>
        <pc:sldMkLst>
          <pc:docMk/>
          <pc:sldMk cId="2833004166" sldId="351"/>
        </pc:sldMkLst>
      </pc:sldChg>
      <pc:sldChg chg="modNotesTx">
        <pc:chgData name="Sara A. Sirajuddin" userId="beb4b54a-e5f3-40bc-bf10-c91d81dd6647" providerId="ADAL" clId="{A62369F8-3B3E-4C23-96F8-437BCE31A602}" dt="2024-09-24T21:23:06.605" v="1440" actId="6549"/>
        <pc:sldMkLst>
          <pc:docMk/>
          <pc:sldMk cId="3139700491" sldId="352"/>
        </pc:sldMkLst>
      </pc:sldChg>
      <pc:sldChg chg="modNotesTx">
        <pc:chgData name="Sara A. Sirajuddin" userId="beb4b54a-e5f3-40bc-bf10-c91d81dd6647" providerId="ADAL" clId="{A62369F8-3B3E-4C23-96F8-437BCE31A602}" dt="2024-09-24T21:24:30.352" v="1667" actId="6549"/>
        <pc:sldMkLst>
          <pc:docMk/>
          <pc:sldMk cId="1070729457" sldId="355"/>
        </pc:sldMkLst>
      </pc:sldChg>
      <pc:sldChg chg="modNotesTx">
        <pc:chgData name="Sara A. Sirajuddin" userId="beb4b54a-e5f3-40bc-bf10-c91d81dd6647" providerId="ADAL" clId="{A62369F8-3B3E-4C23-96F8-437BCE31A602}" dt="2024-09-24T22:00:04.034" v="2638" actId="20577"/>
        <pc:sldMkLst>
          <pc:docMk/>
          <pc:sldMk cId="2848293143" sldId="360"/>
        </pc:sldMkLst>
      </pc:sldChg>
      <pc:sldChg chg="addSp delSp modSp new mod modNotesTx">
        <pc:chgData name="Sara A. Sirajuddin" userId="beb4b54a-e5f3-40bc-bf10-c91d81dd6647" providerId="ADAL" clId="{A62369F8-3B3E-4C23-96F8-437BCE31A602}" dt="2024-09-24T22:51:08.112" v="3923" actId="1076"/>
        <pc:sldMkLst>
          <pc:docMk/>
          <pc:sldMk cId="752521775" sldId="372"/>
        </pc:sldMkLst>
        <pc:spChg chg="del">
          <ac:chgData name="Sara A. Sirajuddin" userId="beb4b54a-e5f3-40bc-bf10-c91d81dd6647" providerId="ADAL" clId="{A62369F8-3B3E-4C23-96F8-437BCE31A602}" dt="2024-09-20T21:59:20.965" v="318" actId="478"/>
          <ac:spMkLst>
            <pc:docMk/>
            <pc:sldMk cId="752521775" sldId="372"/>
            <ac:spMk id="3" creationId="{068D14AA-871C-F4A5-5C23-A3E63FA0E137}"/>
          </ac:spMkLst>
        </pc:spChg>
        <pc:spChg chg="del">
          <ac:chgData name="Sara A. Sirajuddin" userId="beb4b54a-e5f3-40bc-bf10-c91d81dd6647" providerId="ADAL" clId="{A62369F8-3B3E-4C23-96F8-437BCE31A602}" dt="2024-09-20T21:59:23.990" v="321" actId="478"/>
          <ac:spMkLst>
            <pc:docMk/>
            <pc:sldMk cId="752521775" sldId="372"/>
            <ac:spMk id="4" creationId="{3666AE9E-23F5-2326-2789-EAD78D0D5290}"/>
          </ac:spMkLst>
        </pc:spChg>
        <pc:spChg chg="add del mod">
          <ac:chgData name="Sara A. Sirajuddin" userId="beb4b54a-e5f3-40bc-bf10-c91d81dd6647" providerId="ADAL" clId="{A62369F8-3B3E-4C23-96F8-437BCE31A602}" dt="2024-09-20T21:59:20.969" v="320"/>
          <ac:spMkLst>
            <pc:docMk/>
            <pc:sldMk cId="752521775" sldId="372"/>
            <ac:spMk id="7" creationId="{A62486F7-66AF-0CEC-AB87-03C928ACFAD6}"/>
          </ac:spMkLst>
        </pc:spChg>
        <pc:spChg chg="add mod">
          <ac:chgData name="Sara A. Sirajuddin" userId="beb4b54a-e5f3-40bc-bf10-c91d81dd6647" providerId="ADAL" clId="{A62369F8-3B3E-4C23-96F8-437BCE31A602}" dt="2024-09-24T22:02:32.076" v="2643" actId="20577"/>
          <ac:spMkLst>
            <pc:docMk/>
            <pc:sldMk cId="752521775" sldId="372"/>
            <ac:spMk id="8" creationId="{79E195FE-24C1-E692-F3AA-52F333E03C6C}"/>
          </ac:spMkLst>
        </pc:spChg>
        <pc:picChg chg="add mod">
          <ac:chgData name="Sara A. Sirajuddin" userId="beb4b54a-e5f3-40bc-bf10-c91d81dd6647" providerId="ADAL" clId="{A62369F8-3B3E-4C23-96F8-437BCE31A602}" dt="2024-09-24T22:51:08.112" v="3923" actId="1076"/>
          <ac:picMkLst>
            <pc:docMk/>
            <pc:sldMk cId="752521775" sldId="372"/>
            <ac:picMk id="5" creationId="{347AD4C9-AA3C-C1E0-F54C-A86AB1CAE887}"/>
          </ac:picMkLst>
        </pc:picChg>
      </pc:sldChg>
      <pc:sldChg chg="addSp delSp modSp new mod ord">
        <pc:chgData name="Sara A. Sirajuddin" userId="beb4b54a-e5f3-40bc-bf10-c91d81dd6647" providerId="ADAL" clId="{A62369F8-3B3E-4C23-96F8-437BCE31A602}" dt="2024-09-24T22:54:41.797" v="3979" actId="20577"/>
        <pc:sldMkLst>
          <pc:docMk/>
          <pc:sldMk cId="2701748399" sldId="373"/>
        </pc:sldMkLst>
        <pc:spChg chg="del mod">
          <ac:chgData name="Sara A. Sirajuddin" userId="beb4b54a-e5f3-40bc-bf10-c91d81dd6647" providerId="ADAL" clId="{A62369F8-3B3E-4C23-96F8-437BCE31A602}" dt="2024-09-24T22:05:08.986" v="2671" actId="478"/>
          <ac:spMkLst>
            <pc:docMk/>
            <pc:sldMk cId="2701748399" sldId="373"/>
            <ac:spMk id="2" creationId="{7F8B950C-F605-2413-4EBF-A7E7E6DB1888}"/>
          </ac:spMkLst>
        </pc:spChg>
        <pc:spChg chg="mod">
          <ac:chgData name="Sara A. Sirajuddin" userId="beb4b54a-e5f3-40bc-bf10-c91d81dd6647" providerId="ADAL" clId="{A62369F8-3B3E-4C23-96F8-437BCE31A602}" dt="2024-09-24T22:52:30.139" v="3936" actId="20577"/>
          <ac:spMkLst>
            <pc:docMk/>
            <pc:sldMk cId="2701748399" sldId="373"/>
            <ac:spMk id="3" creationId="{72DC804B-A86B-14D9-48F4-CF968BC163B4}"/>
          </ac:spMkLst>
        </pc:spChg>
        <pc:spChg chg="add del mod">
          <ac:chgData name="Sara A. Sirajuddin" userId="beb4b54a-e5f3-40bc-bf10-c91d81dd6647" providerId="ADAL" clId="{A62369F8-3B3E-4C23-96F8-437BCE31A602}" dt="2024-09-24T22:04:24.369" v="2646" actId="478"/>
          <ac:spMkLst>
            <pc:docMk/>
            <pc:sldMk cId="2701748399" sldId="373"/>
            <ac:spMk id="4" creationId="{7351E971-7D9F-BDDE-1482-04BDD1AAC554}"/>
          </ac:spMkLst>
        </pc:spChg>
        <pc:spChg chg="del mod">
          <ac:chgData name="Sara A. Sirajuddin" userId="beb4b54a-e5f3-40bc-bf10-c91d81dd6647" providerId="ADAL" clId="{A62369F8-3B3E-4C23-96F8-437BCE31A602}" dt="2024-09-20T22:22:58.433" v="1030" actId="478"/>
          <ac:spMkLst>
            <pc:docMk/>
            <pc:sldMk cId="2701748399" sldId="373"/>
            <ac:spMk id="4" creationId="{931FE2A9-8069-75C2-640A-5856A2DA69E9}"/>
          </ac:spMkLst>
        </pc:spChg>
        <pc:spChg chg="del">
          <ac:chgData name="Sara A. Sirajuddin" userId="beb4b54a-e5f3-40bc-bf10-c91d81dd6647" providerId="ADAL" clId="{A62369F8-3B3E-4C23-96F8-437BCE31A602}" dt="2024-09-24T22:04:12.860" v="2644"/>
          <ac:spMkLst>
            <pc:docMk/>
            <pc:sldMk cId="2701748399" sldId="373"/>
            <ac:spMk id="6" creationId="{8F8BFECB-65D6-6799-E171-54787E9CDB66}"/>
          </ac:spMkLst>
        </pc:spChg>
        <pc:spChg chg="del">
          <ac:chgData name="Sara A. Sirajuddin" userId="beb4b54a-e5f3-40bc-bf10-c91d81dd6647" providerId="ADAL" clId="{A62369F8-3B3E-4C23-96F8-437BCE31A602}" dt="2024-09-24T22:04:27.439" v="2647" actId="478"/>
          <ac:spMkLst>
            <pc:docMk/>
            <pc:sldMk cId="2701748399" sldId="373"/>
            <ac:spMk id="7" creationId="{70555C5D-C9AF-E877-7202-64A5C01830C3}"/>
          </ac:spMkLst>
        </pc:spChg>
        <pc:spChg chg="add del mod">
          <ac:chgData name="Sara A. Sirajuddin" userId="beb4b54a-e5f3-40bc-bf10-c91d81dd6647" providerId="ADAL" clId="{A62369F8-3B3E-4C23-96F8-437BCE31A602}" dt="2024-09-24T22:04:29.254" v="2648" actId="478"/>
          <ac:spMkLst>
            <pc:docMk/>
            <pc:sldMk cId="2701748399" sldId="373"/>
            <ac:spMk id="9" creationId="{1D4D49D4-77D5-638B-01A4-1792A21A1451}"/>
          </ac:spMkLst>
        </pc:spChg>
        <pc:spChg chg="add mod">
          <ac:chgData name="Sara A. Sirajuddin" userId="beb4b54a-e5f3-40bc-bf10-c91d81dd6647" providerId="ADAL" clId="{A62369F8-3B3E-4C23-96F8-437BCE31A602}" dt="2024-09-24T22:54:41.797" v="3979" actId="20577"/>
          <ac:spMkLst>
            <pc:docMk/>
            <pc:sldMk cId="2701748399" sldId="373"/>
            <ac:spMk id="10" creationId="{1673E445-A4CF-7B47-8586-3D2A7F6D0574}"/>
          </ac:spMkLst>
        </pc:spChg>
      </pc:sldChg>
      <pc:sldChg chg="new del">
        <pc:chgData name="Sara A. Sirajuddin" userId="beb4b54a-e5f3-40bc-bf10-c91d81dd6647" providerId="ADAL" clId="{A62369F8-3B3E-4C23-96F8-437BCE31A602}" dt="2024-09-24T21:33:32.708" v="2061" actId="47"/>
        <pc:sldMkLst>
          <pc:docMk/>
          <pc:sldMk cId="1899704567" sldId="374"/>
        </pc:sldMkLst>
      </pc:sldChg>
      <pc:sldChg chg="addSp delSp modSp new mod">
        <pc:chgData name="Sara A. Sirajuddin" userId="beb4b54a-e5f3-40bc-bf10-c91d81dd6647" providerId="ADAL" clId="{A62369F8-3B3E-4C23-96F8-437BCE31A602}" dt="2024-09-24T22:55:03.780" v="3980" actId="20577"/>
        <pc:sldMkLst>
          <pc:docMk/>
          <pc:sldMk cId="2521301049" sldId="374"/>
        </pc:sldMkLst>
        <pc:spChg chg="del">
          <ac:chgData name="Sara A. Sirajuddin" userId="beb4b54a-e5f3-40bc-bf10-c91d81dd6647" providerId="ADAL" clId="{A62369F8-3B3E-4C23-96F8-437BCE31A602}" dt="2024-09-24T22:44:03.098" v="3878"/>
          <ac:spMkLst>
            <pc:docMk/>
            <pc:sldMk cId="2521301049" sldId="374"/>
            <ac:spMk id="3" creationId="{3C63E5A1-1C7E-8490-5FF5-2606741FF4D8}"/>
          </ac:spMkLst>
        </pc:spChg>
        <pc:spChg chg="mod">
          <ac:chgData name="Sara A. Sirajuddin" userId="beb4b54a-e5f3-40bc-bf10-c91d81dd6647" providerId="ADAL" clId="{A62369F8-3B3E-4C23-96F8-437BCE31A602}" dt="2024-09-24T22:53:47.628" v="3940" actId="20577"/>
          <ac:spMkLst>
            <pc:docMk/>
            <pc:sldMk cId="2521301049" sldId="374"/>
            <ac:spMk id="4" creationId="{71411C9D-FEA0-1D84-B4D1-84FB8B952EB7}"/>
          </ac:spMkLst>
        </pc:spChg>
        <pc:spChg chg="mod">
          <ac:chgData name="Sara A. Sirajuddin" userId="beb4b54a-e5f3-40bc-bf10-c91d81dd6647" providerId="ADAL" clId="{A62369F8-3B3E-4C23-96F8-437BCE31A602}" dt="2024-09-24T22:55:03.780" v="3980" actId="20577"/>
          <ac:spMkLst>
            <pc:docMk/>
            <pc:sldMk cId="2521301049" sldId="374"/>
            <ac:spMk id="5" creationId="{2E46AC4A-8ECD-3824-E031-05B64A6E0B9E}"/>
          </ac:spMkLst>
        </pc:spChg>
        <pc:picChg chg="add mod">
          <ac:chgData name="Sara A. Sirajuddin" userId="beb4b54a-e5f3-40bc-bf10-c91d81dd6647" providerId="ADAL" clId="{A62369F8-3B3E-4C23-96F8-437BCE31A602}" dt="2024-09-24T22:44:03.098" v="3878"/>
          <ac:picMkLst>
            <pc:docMk/>
            <pc:sldMk cId="2521301049" sldId="374"/>
            <ac:picMk id="1026" creationId="{CDAA5EA8-94BB-CE6C-FA26-4BD38F298F7F}"/>
          </ac:picMkLst>
        </pc:picChg>
      </pc:sldChg>
      <pc:sldChg chg="modSp mod">
        <pc:chgData name="Sara A. Sirajuddin" userId="beb4b54a-e5f3-40bc-bf10-c91d81dd6647" providerId="ADAL" clId="{A62369F8-3B3E-4C23-96F8-437BCE31A602}" dt="2024-09-24T22:55:17.660" v="3981" actId="20577"/>
        <pc:sldMkLst>
          <pc:docMk/>
          <pc:sldMk cId="1109010898" sldId="375"/>
        </pc:sldMkLst>
        <pc:spChg chg="mod">
          <ac:chgData name="Sara A. Sirajuddin" userId="beb4b54a-e5f3-40bc-bf10-c91d81dd6647" providerId="ADAL" clId="{A62369F8-3B3E-4C23-96F8-437BCE31A602}" dt="2024-09-24T22:54:09.805" v="3948" actId="20577"/>
          <ac:spMkLst>
            <pc:docMk/>
            <pc:sldMk cId="1109010898" sldId="375"/>
            <ac:spMk id="4" creationId="{71411C9D-FEA0-1D84-B4D1-84FB8B952EB7}"/>
          </ac:spMkLst>
        </pc:spChg>
        <pc:spChg chg="mod">
          <ac:chgData name="Sara A. Sirajuddin" userId="beb4b54a-e5f3-40bc-bf10-c91d81dd6647" providerId="ADAL" clId="{A62369F8-3B3E-4C23-96F8-437BCE31A602}" dt="2024-09-24T22:55:17.660" v="3981" actId="20577"/>
          <ac:spMkLst>
            <pc:docMk/>
            <pc:sldMk cId="1109010898" sldId="375"/>
            <ac:spMk id="5" creationId="{2E46AC4A-8ECD-3824-E031-05B64A6E0B9E}"/>
          </ac:spMkLst>
        </pc:spChg>
      </pc:sldChg>
    </pc:docChg>
  </pc:docChgLst>
  <pc:docChgLst>
    <pc:chgData name="Sara A. Sirajuddin" userId="beb4b54a-e5f3-40bc-bf10-c91d81dd6647" providerId="ADAL" clId="{AB6E9161-EE17-4261-A568-A89B8552AD58}"/>
    <pc:docChg chg="undo custSel addSld delSld modSld sldOrd">
      <pc:chgData name="Sara A. Sirajuddin" userId="beb4b54a-e5f3-40bc-bf10-c91d81dd6647" providerId="ADAL" clId="{AB6E9161-EE17-4261-A568-A89B8552AD58}" dt="2024-08-09T19:03:13.061" v="4777" actId="20577"/>
      <pc:docMkLst>
        <pc:docMk/>
      </pc:docMkLst>
      <pc:sldChg chg="modSp mod">
        <pc:chgData name="Sara A. Sirajuddin" userId="beb4b54a-e5f3-40bc-bf10-c91d81dd6647" providerId="ADAL" clId="{AB6E9161-EE17-4261-A568-A89B8552AD58}" dt="2024-08-09T18:27:44.053" v="4566" actId="255"/>
        <pc:sldMkLst>
          <pc:docMk/>
          <pc:sldMk cId="349550302" sldId="338"/>
        </pc:sldMkLst>
        <pc:spChg chg="mod">
          <ac:chgData name="Sara A. Sirajuddin" userId="beb4b54a-e5f3-40bc-bf10-c91d81dd6647" providerId="ADAL" clId="{AB6E9161-EE17-4261-A568-A89B8552AD58}" dt="2024-08-09T18:27:44.053" v="4566" actId="255"/>
          <ac:spMkLst>
            <pc:docMk/>
            <pc:sldMk cId="349550302" sldId="338"/>
            <ac:spMk id="31" creationId="{00000000-0000-0000-0000-000000000000}"/>
          </ac:spMkLst>
        </pc:spChg>
      </pc:sldChg>
      <pc:sldChg chg="modSp mod">
        <pc:chgData name="Sara A. Sirajuddin" userId="beb4b54a-e5f3-40bc-bf10-c91d81dd6647" providerId="ADAL" clId="{AB6E9161-EE17-4261-A568-A89B8552AD58}" dt="2024-08-09T17:39:09.658" v="101" actId="20577"/>
        <pc:sldMkLst>
          <pc:docMk/>
          <pc:sldMk cId="1152427620" sldId="342"/>
        </pc:sldMkLst>
        <pc:spChg chg="mod">
          <ac:chgData name="Sara A. Sirajuddin" userId="beb4b54a-e5f3-40bc-bf10-c91d81dd6647" providerId="ADAL" clId="{AB6E9161-EE17-4261-A568-A89B8552AD58}" dt="2024-08-09T17:39:09.658" v="101" actId="20577"/>
          <ac:spMkLst>
            <pc:docMk/>
            <pc:sldMk cId="1152427620" sldId="342"/>
            <ac:spMk id="11" creationId="{00000000-0000-0000-0000-000000000000}"/>
          </ac:spMkLst>
        </pc:spChg>
      </pc:sldChg>
      <pc:sldChg chg="modSp mod">
        <pc:chgData name="Sara A. Sirajuddin" userId="beb4b54a-e5f3-40bc-bf10-c91d81dd6647" providerId="ADAL" clId="{AB6E9161-EE17-4261-A568-A89B8552AD58}" dt="2024-08-09T19:03:13.061" v="4777" actId="20577"/>
        <pc:sldMkLst>
          <pc:docMk/>
          <pc:sldMk cId="136605976" sldId="345"/>
        </pc:sldMkLst>
        <pc:spChg chg="mod">
          <ac:chgData name="Sara A. Sirajuddin" userId="beb4b54a-e5f3-40bc-bf10-c91d81dd6647" providerId="ADAL" clId="{AB6E9161-EE17-4261-A568-A89B8552AD58}" dt="2024-08-09T19:03:13.061" v="4777" actId="20577"/>
          <ac:spMkLst>
            <pc:docMk/>
            <pc:sldMk cId="136605976" sldId="345"/>
            <ac:spMk id="3" creationId="{00000000-0000-0000-0000-000000000000}"/>
          </ac:spMkLst>
        </pc:spChg>
      </pc:sldChg>
      <pc:sldChg chg="modNotesTx">
        <pc:chgData name="Sara A. Sirajuddin" userId="beb4b54a-e5f3-40bc-bf10-c91d81dd6647" providerId="ADAL" clId="{AB6E9161-EE17-4261-A568-A89B8552AD58}" dt="2024-08-09T17:41:18.894" v="529" actId="6549"/>
        <pc:sldMkLst>
          <pc:docMk/>
          <pc:sldMk cId="296495741" sldId="348"/>
        </pc:sldMkLst>
      </pc:sldChg>
      <pc:sldChg chg="modNotesTx">
        <pc:chgData name="Sara A. Sirajuddin" userId="beb4b54a-e5f3-40bc-bf10-c91d81dd6647" providerId="ADAL" clId="{AB6E9161-EE17-4261-A568-A89B8552AD58}" dt="2024-08-09T17:44:14.535" v="923" actId="20577"/>
        <pc:sldMkLst>
          <pc:docMk/>
          <pc:sldMk cId="2833004166" sldId="351"/>
        </pc:sldMkLst>
      </pc:sldChg>
      <pc:sldChg chg="modNotesTx">
        <pc:chgData name="Sara A. Sirajuddin" userId="beb4b54a-e5f3-40bc-bf10-c91d81dd6647" providerId="ADAL" clId="{AB6E9161-EE17-4261-A568-A89B8552AD58}" dt="2024-08-09T17:48:24.479" v="1359" actId="6549"/>
        <pc:sldMkLst>
          <pc:docMk/>
          <pc:sldMk cId="3139700491" sldId="352"/>
        </pc:sldMkLst>
      </pc:sldChg>
      <pc:sldChg chg="del">
        <pc:chgData name="Sara A. Sirajuddin" userId="beb4b54a-e5f3-40bc-bf10-c91d81dd6647" providerId="ADAL" clId="{AB6E9161-EE17-4261-A568-A89B8552AD58}" dt="2024-08-09T18:54:02.055" v="4650" actId="47"/>
        <pc:sldMkLst>
          <pc:docMk/>
          <pc:sldMk cId="4291105532" sldId="359"/>
        </pc:sldMkLst>
      </pc:sldChg>
      <pc:sldChg chg="modSp mod modNotesTx">
        <pc:chgData name="Sara A. Sirajuddin" userId="beb4b54a-e5f3-40bc-bf10-c91d81dd6647" providerId="ADAL" clId="{AB6E9161-EE17-4261-A568-A89B8552AD58}" dt="2024-08-09T18:04:03.859" v="2955" actId="20577"/>
        <pc:sldMkLst>
          <pc:docMk/>
          <pc:sldMk cId="2848293143" sldId="360"/>
        </pc:sldMkLst>
        <pc:spChg chg="mod">
          <ac:chgData name="Sara A. Sirajuddin" userId="beb4b54a-e5f3-40bc-bf10-c91d81dd6647" providerId="ADAL" clId="{AB6E9161-EE17-4261-A568-A89B8552AD58}" dt="2024-08-09T17:56:38.980" v="1863" actId="1076"/>
          <ac:spMkLst>
            <pc:docMk/>
            <pc:sldMk cId="2848293143" sldId="360"/>
            <ac:spMk id="9" creationId="{235A982B-C7BF-F406-8B95-9FE5E1212D64}"/>
          </ac:spMkLst>
        </pc:spChg>
      </pc:sldChg>
      <pc:sldChg chg="modSp mod modNotesTx">
        <pc:chgData name="Sara A. Sirajuddin" userId="beb4b54a-e5f3-40bc-bf10-c91d81dd6647" providerId="ADAL" clId="{AB6E9161-EE17-4261-A568-A89B8552AD58}" dt="2024-08-09T18:48:14.813" v="4649" actId="20577"/>
        <pc:sldMkLst>
          <pc:docMk/>
          <pc:sldMk cId="4251150877" sldId="361"/>
        </pc:sldMkLst>
        <pc:spChg chg="mod">
          <ac:chgData name="Sara A. Sirajuddin" userId="beb4b54a-e5f3-40bc-bf10-c91d81dd6647" providerId="ADAL" clId="{AB6E9161-EE17-4261-A568-A89B8552AD58}" dt="2024-08-09T18:48:14.813" v="4649" actId="20577"/>
          <ac:spMkLst>
            <pc:docMk/>
            <pc:sldMk cId="4251150877" sldId="361"/>
            <ac:spMk id="4" creationId="{17E7E1C6-511B-C5DC-A7C8-1148D261D334}"/>
          </ac:spMkLst>
        </pc:spChg>
      </pc:sldChg>
      <pc:sldChg chg="del">
        <pc:chgData name="Sara A. Sirajuddin" userId="beb4b54a-e5f3-40bc-bf10-c91d81dd6647" providerId="ADAL" clId="{AB6E9161-EE17-4261-A568-A89B8552AD58}" dt="2024-08-09T18:57:48.547" v="4667" actId="2696"/>
        <pc:sldMkLst>
          <pc:docMk/>
          <pc:sldMk cId="2124103612" sldId="362"/>
        </pc:sldMkLst>
      </pc:sldChg>
      <pc:sldChg chg="modNotesTx">
        <pc:chgData name="Sara A. Sirajuddin" userId="beb4b54a-e5f3-40bc-bf10-c91d81dd6647" providerId="ADAL" clId="{AB6E9161-EE17-4261-A568-A89B8552AD58}" dt="2024-08-09T18:21:07.030" v="4556" actId="6549"/>
        <pc:sldMkLst>
          <pc:docMk/>
          <pc:sldMk cId="2907279902" sldId="364"/>
        </pc:sldMkLst>
      </pc:sldChg>
      <pc:sldChg chg="addSp delSp modSp mod delAnim modAnim">
        <pc:chgData name="Sara A. Sirajuddin" userId="beb4b54a-e5f3-40bc-bf10-c91d81dd6647" providerId="ADAL" clId="{AB6E9161-EE17-4261-A568-A89B8552AD58}" dt="2024-08-09T18:58:44.400" v="4673" actId="1076"/>
        <pc:sldMkLst>
          <pc:docMk/>
          <pc:sldMk cId="2791964358" sldId="368"/>
        </pc:sldMkLst>
        <pc:spChg chg="mod">
          <ac:chgData name="Sara A. Sirajuddin" userId="beb4b54a-e5f3-40bc-bf10-c91d81dd6647" providerId="ADAL" clId="{AB6E9161-EE17-4261-A568-A89B8552AD58}" dt="2024-08-09T18:58:27.219" v="4669" actId="1076"/>
          <ac:spMkLst>
            <pc:docMk/>
            <pc:sldMk cId="2791964358" sldId="368"/>
            <ac:spMk id="26" creationId="{00000000-0000-0000-0000-000000000000}"/>
          </ac:spMkLst>
        </pc:spChg>
        <pc:spChg chg="del">
          <ac:chgData name="Sara A. Sirajuddin" userId="beb4b54a-e5f3-40bc-bf10-c91d81dd6647" providerId="ADAL" clId="{AB6E9161-EE17-4261-A568-A89B8552AD58}" dt="2024-08-09T18:58:20.867" v="4668" actId="478"/>
          <ac:spMkLst>
            <pc:docMk/>
            <pc:sldMk cId="2791964358" sldId="368"/>
            <ac:spMk id="27" creationId="{00000000-0000-0000-0000-000000000000}"/>
          </ac:spMkLst>
        </pc:spChg>
        <pc:spChg chg="mod">
          <ac:chgData name="Sara A. Sirajuddin" userId="beb4b54a-e5f3-40bc-bf10-c91d81dd6647" providerId="ADAL" clId="{AB6E9161-EE17-4261-A568-A89B8552AD58}" dt="2024-08-09T18:58:37.249" v="4672" actId="1076"/>
          <ac:spMkLst>
            <pc:docMk/>
            <pc:sldMk cId="2791964358" sldId="368"/>
            <ac:spMk id="29" creationId="{00000000-0000-0000-0000-000000000000}"/>
          </ac:spMkLst>
        </pc:spChg>
        <pc:spChg chg="add del mod">
          <ac:chgData name="Sara A. Sirajuddin" userId="beb4b54a-e5f3-40bc-bf10-c91d81dd6647" providerId="ADAL" clId="{AB6E9161-EE17-4261-A568-A89B8552AD58}" dt="2024-08-09T18:58:44.400" v="4673" actId="1076"/>
          <ac:spMkLst>
            <pc:docMk/>
            <pc:sldMk cId="2791964358" sldId="368"/>
            <ac:spMk id="30" creationId="{00000000-0000-0000-0000-000000000000}"/>
          </ac:spMkLst>
        </pc:spChg>
      </pc:sldChg>
      <pc:sldChg chg="new del">
        <pc:chgData name="Sara A. Sirajuddin" userId="beb4b54a-e5f3-40bc-bf10-c91d81dd6647" providerId="ADAL" clId="{AB6E9161-EE17-4261-A568-A89B8552AD58}" dt="2024-08-09T17:52:58.765" v="1361" actId="47"/>
        <pc:sldMkLst>
          <pc:docMk/>
          <pc:sldMk cId="955311720" sldId="369"/>
        </pc:sldMkLst>
      </pc:sldChg>
      <pc:sldChg chg="addSp delSp modSp new mod">
        <pc:chgData name="Sara A. Sirajuddin" userId="beb4b54a-e5f3-40bc-bf10-c91d81dd6647" providerId="ADAL" clId="{AB6E9161-EE17-4261-A568-A89B8552AD58}" dt="2024-08-09T18:05:03.080" v="2959" actId="1076"/>
        <pc:sldMkLst>
          <pc:docMk/>
          <pc:sldMk cId="2585670068" sldId="369"/>
        </pc:sldMkLst>
        <pc:spChg chg="del">
          <ac:chgData name="Sara A. Sirajuddin" userId="beb4b54a-e5f3-40bc-bf10-c91d81dd6647" providerId="ADAL" clId="{AB6E9161-EE17-4261-A568-A89B8552AD58}" dt="2024-08-09T17:53:38.712" v="1365" actId="478"/>
          <ac:spMkLst>
            <pc:docMk/>
            <pc:sldMk cId="2585670068" sldId="369"/>
            <ac:spMk id="4" creationId="{CC015A87-C59A-BEDF-E9B1-4277BCCC1A3B}"/>
          </ac:spMkLst>
        </pc:spChg>
        <pc:spChg chg="del">
          <ac:chgData name="Sara A. Sirajuddin" userId="beb4b54a-e5f3-40bc-bf10-c91d81dd6647" providerId="ADAL" clId="{AB6E9161-EE17-4261-A568-A89B8552AD58}" dt="2024-08-09T17:53:25.331" v="1363" actId="22"/>
          <ac:spMkLst>
            <pc:docMk/>
            <pc:sldMk cId="2585670068" sldId="369"/>
            <ac:spMk id="5" creationId="{B5026D88-392A-2505-15D6-CD73FDC24E3F}"/>
          </ac:spMkLst>
        </pc:spChg>
        <pc:picChg chg="add mod ord">
          <ac:chgData name="Sara A. Sirajuddin" userId="beb4b54a-e5f3-40bc-bf10-c91d81dd6647" providerId="ADAL" clId="{AB6E9161-EE17-4261-A568-A89B8552AD58}" dt="2024-08-09T18:05:03.080" v="2959" actId="1076"/>
          <ac:picMkLst>
            <pc:docMk/>
            <pc:sldMk cId="2585670068" sldId="369"/>
            <ac:picMk id="8" creationId="{20A9F06F-8C35-FD0A-4602-659AEADE8159}"/>
          </ac:picMkLst>
        </pc:picChg>
        <pc:picChg chg="add mod">
          <ac:chgData name="Sara A. Sirajuddin" userId="beb4b54a-e5f3-40bc-bf10-c91d81dd6647" providerId="ADAL" clId="{AB6E9161-EE17-4261-A568-A89B8552AD58}" dt="2024-08-09T18:04:37.027" v="2957" actId="1076"/>
          <ac:picMkLst>
            <pc:docMk/>
            <pc:sldMk cId="2585670068" sldId="369"/>
            <ac:picMk id="9" creationId="{3A857BF2-F27D-7D3E-56F6-61F812357B58}"/>
          </ac:picMkLst>
        </pc:picChg>
      </pc:sldChg>
      <pc:sldChg chg="addSp modSp new mod ord">
        <pc:chgData name="Sara A. Sirajuddin" userId="beb4b54a-e5f3-40bc-bf10-c91d81dd6647" providerId="ADAL" clId="{AB6E9161-EE17-4261-A568-A89B8552AD58}" dt="2024-08-09T18:25:57.524" v="4565" actId="1076"/>
        <pc:sldMkLst>
          <pc:docMk/>
          <pc:sldMk cId="1178043142" sldId="370"/>
        </pc:sldMkLst>
        <pc:picChg chg="add mod">
          <ac:chgData name="Sara A. Sirajuddin" userId="beb4b54a-e5f3-40bc-bf10-c91d81dd6647" providerId="ADAL" clId="{AB6E9161-EE17-4261-A568-A89B8552AD58}" dt="2024-08-09T18:25:31.918" v="4561" actId="1076"/>
          <ac:picMkLst>
            <pc:docMk/>
            <pc:sldMk cId="1178043142" sldId="370"/>
            <ac:picMk id="6" creationId="{CBA57057-2EAD-18AD-1915-827915D221C4}"/>
          </ac:picMkLst>
        </pc:picChg>
        <pc:picChg chg="add mod">
          <ac:chgData name="Sara A. Sirajuddin" userId="beb4b54a-e5f3-40bc-bf10-c91d81dd6647" providerId="ADAL" clId="{AB6E9161-EE17-4261-A568-A89B8552AD58}" dt="2024-08-09T18:25:57.524" v="4565" actId="1076"/>
          <ac:picMkLst>
            <pc:docMk/>
            <pc:sldMk cId="1178043142" sldId="370"/>
            <ac:picMk id="7" creationId="{584B1E08-CC19-D67F-1AB3-7A79CFA5BBEF}"/>
          </ac:picMkLst>
        </pc:picChg>
      </pc:sldChg>
      <pc:sldChg chg="delSp modSp new mod">
        <pc:chgData name="Sara A. Sirajuddin" userId="beb4b54a-e5f3-40bc-bf10-c91d81dd6647" providerId="ADAL" clId="{AB6E9161-EE17-4261-A568-A89B8552AD58}" dt="2024-08-09T18:55:16.927" v="4666" actId="1076"/>
        <pc:sldMkLst>
          <pc:docMk/>
          <pc:sldMk cId="1641645556" sldId="371"/>
        </pc:sldMkLst>
        <pc:spChg chg="mod">
          <ac:chgData name="Sara A. Sirajuddin" userId="beb4b54a-e5f3-40bc-bf10-c91d81dd6647" providerId="ADAL" clId="{AB6E9161-EE17-4261-A568-A89B8552AD58}" dt="2024-08-09T18:55:16.927" v="4666" actId="1076"/>
          <ac:spMkLst>
            <pc:docMk/>
            <pc:sldMk cId="1641645556" sldId="371"/>
            <ac:spMk id="2" creationId="{430DECA6-E00F-9ABC-29FE-5FE5310B64B7}"/>
          </ac:spMkLst>
        </pc:spChg>
        <pc:spChg chg="del">
          <ac:chgData name="Sara A. Sirajuddin" userId="beb4b54a-e5f3-40bc-bf10-c91d81dd6647" providerId="ADAL" clId="{AB6E9161-EE17-4261-A568-A89B8552AD58}" dt="2024-08-09T18:55:07.898" v="4664" actId="478"/>
          <ac:spMkLst>
            <pc:docMk/>
            <pc:sldMk cId="1641645556" sldId="371"/>
            <ac:spMk id="3" creationId="{BEC3DDC5-FA5B-93A4-995D-9DFD6DA4E72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A86E90D-7D16-FB41-B605-6CB19C653476}" type="datetimeFigureOut">
              <a:rPr lang="en-US" smtClean="0"/>
              <a:t>9/24/2024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2C0121-D0B2-074B-BDD4-AB2024E7BAB1}" type="slidenum">
              <a:rPr lang="en-US" smtClean="0"/>
              <a:t>‹#›</a:t>
            </a:fld>
            <a:endParaRPr lang="en-US"/>
          </a:p>
        </p:txBody>
      </p:sp>
    </p:spTree>
    <p:extLst>
      <p:ext uri="{BB962C8B-B14F-4D97-AF65-F5344CB8AC3E}">
        <p14:creationId xmlns:p14="http://schemas.microsoft.com/office/powerpoint/2010/main" val="1695095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FDDC07-41FF-2B46-A6FE-7FF0BE66C187}" type="datetimeFigureOut">
              <a:rPr lang="en-US" smtClean="0"/>
              <a:t>9/24/2024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C2AD96-5BFA-ED41-B2D6-EA2206C51099}" type="slidenum">
              <a:rPr lang="en-US" smtClean="0"/>
              <a:t>‹#›</a:t>
            </a:fld>
            <a:endParaRPr lang="en-US"/>
          </a:p>
        </p:txBody>
      </p:sp>
    </p:spTree>
    <p:extLst>
      <p:ext uri="{BB962C8B-B14F-4D97-AF65-F5344CB8AC3E}">
        <p14:creationId xmlns:p14="http://schemas.microsoft.com/office/powerpoint/2010/main" val="1439851831"/>
      </p:ext>
    </p:extLst>
  </p:cSld>
  <p:clrMap bg1="lt1" tx1="dk1" bg2="lt2" tx2="dk2" accent1="accent1" accent2="accent2" accent3="accent3" accent4="accent4" accent5="accent5" accent6="accent6" hlink="hlink" folHlink="folHlink"/>
  <p:notesStyle>
    <a:lvl1pPr marL="0" algn="l" defTabSz="767951" rtl="0" eaLnBrk="1" latinLnBrk="0" hangingPunct="1">
      <a:defRPr sz="1008" kern="1200">
        <a:solidFill>
          <a:schemeClr val="tx1"/>
        </a:solidFill>
        <a:latin typeface="+mn-lt"/>
        <a:ea typeface="+mn-ea"/>
        <a:cs typeface="+mn-cs"/>
      </a:defRPr>
    </a:lvl1pPr>
    <a:lvl2pPr marL="383976" algn="l" defTabSz="767951" rtl="0" eaLnBrk="1" latinLnBrk="0" hangingPunct="1">
      <a:defRPr sz="1008" kern="1200">
        <a:solidFill>
          <a:schemeClr val="tx1"/>
        </a:solidFill>
        <a:latin typeface="+mn-lt"/>
        <a:ea typeface="+mn-ea"/>
        <a:cs typeface="+mn-cs"/>
      </a:defRPr>
    </a:lvl2pPr>
    <a:lvl3pPr marL="767951" algn="l" defTabSz="767951" rtl="0" eaLnBrk="1" latinLnBrk="0" hangingPunct="1">
      <a:defRPr sz="1008" kern="1200">
        <a:solidFill>
          <a:schemeClr val="tx1"/>
        </a:solidFill>
        <a:latin typeface="+mn-lt"/>
        <a:ea typeface="+mn-ea"/>
        <a:cs typeface="+mn-cs"/>
      </a:defRPr>
    </a:lvl3pPr>
    <a:lvl4pPr marL="1151927" algn="l" defTabSz="767951" rtl="0" eaLnBrk="1" latinLnBrk="0" hangingPunct="1">
      <a:defRPr sz="1008" kern="1200">
        <a:solidFill>
          <a:schemeClr val="tx1"/>
        </a:solidFill>
        <a:latin typeface="+mn-lt"/>
        <a:ea typeface="+mn-ea"/>
        <a:cs typeface="+mn-cs"/>
      </a:defRPr>
    </a:lvl4pPr>
    <a:lvl5pPr marL="1535903" algn="l" defTabSz="767951" rtl="0" eaLnBrk="1" latinLnBrk="0" hangingPunct="1">
      <a:defRPr sz="1008" kern="1200">
        <a:solidFill>
          <a:schemeClr val="tx1"/>
        </a:solidFill>
        <a:latin typeface="+mn-lt"/>
        <a:ea typeface="+mn-ea"/>
        <a:cs typeface="+mn-cs"/>
      </a:defRPr>
    </a:lvl5pPr>
    <a:lvl6pPr marL="1919879" algn="l" defTabSz="767951" rtl="0" eaLnBrk="1" latinLnBrk="0" hangingPunct="1">
      <a:defRPr sz="1008" kern="1200">
        <a:solidFill>
          <a:schemeClr val="tx1"/>
        </a:solidFill>
        <a:latin typeface="+mn-lt"/>
        <a:ea typeface="+mn-ea"/>
        <a:cs typeface="+mn-cs"/>
      </a:defRPr>
    </a:lvl6pPr>
    <a:lvl7pPr marL="2303854" algn="l" defTabSz="767951" rtl="0" eaLnBrk="1" latinLnBrk="0" hangingPunct="1">
      <a:defRPr sz="1008" kern="1200">
        <a:solidFill>
          <a:schemeClr val="tx1"/>
        </a:solidFill>
        <a:latin typeface="+mn-lt"/>
        <a:ea typeface="+mn-ea"/>
        <a:cs typeface="+mn-cs"/>
      </a:defRPr>
    </a:lvl7pPr>
    <a:lvl8pPr marL="2687830" algn="l" defTabSz="767951" rtl="0" eaLnBrk="1" latinLnBrk="0" hangingPunct="1">
      <a:defRPr sz="1008" kern="1200">
        <a:solidFill>
          <a:schemeClr val="tx1"/>
        </a:solidFill>
        <a:latin typeface="+mn-lt"/>
        <a:ea typeface="+mn-ea"/>
        <a:cs typeface="+mn-cs"/>
      </a:defRPr>
    </a:lvl8pPr>
    <a:lvl9pPr marL="3071806" algn="l" defTabSz="767951" rtl="0" eaLnBrk="1" latinLnBrk="0" hangingPunct="1">
      <a:defRPr sz="100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C2AD96-5BFA-ED41-B2D6-EA2206C51099}" type="slidenum">
              <a:rPr lang="en-US" smtClean="0"/>
              <a:t>2</a:t>
            </a:fld>
            <a:endParaRPr lang="en-US" dirty="0"/>
          </a:p>
        </p:txBody>
      </p:sp>
    </p:spTree>
    <p:extLst>
      <p:ext uri="{BB962C8B-B14F-4D97-AF65-F5344CB8AC3E}">
        <p14:creationId xmlns:p14="http://schemas.microsoft.com/office/powerpoint/2010/main" val="1041461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767951" rtl="0" eaLnBrk="1" fontAlgn="auto" latinLnBrk="0" hangingPunct="1">
              <a:lnSpc>
                <a:spcPct val="100000"/>
              </a:lnSpc>
              <a:spcBef>
                <a:spcPts val="0"/>
              </a:spcBef>
              <a:spcAft>
                <a:spcPts val="0"/>
              </a:spcAft>
              <a:buClrTx/>
              <a:buSzTx/>
              <a:buFontTx/>
              <a:buNone/>
              <a:tabLst/>
              <a:defRPr/>
            </a:pPr>
            <a:r>
              <a:rPr lang="en-US" sz="1050" dirty="0">
                <a:solidFill>
                  <a:schemeClr val="tx1"/>
                </a:solidFill>
              </a:rPr>
              <a:t>FMC and OMC have the highest rates of vancomycin use of all of Southern California Kaisers. This is problematic because overuse of vancomycin promotes increased drug resistant and like all antibiotics vancomycin is not benign. V</a:t>
            </a:r>
            <a:r>
              <a:rPr lang="en-US" sz="1050" dirty="0"/>
              <a:t>ancomycin does have multiple side effects including rash due to infusion related reactions – aka </a:t>
            </a:r>
            <a:r>
              <a:rPr lang="en-US" sz="1050" dirty="0" err="1"/>
              <a:t>RedMan</a:t>
            </a:r>
            <a:r>
              <a:rPr lang="en-US" sz="1050" dirty="0"/>
              <a:t> syndrome or true allergy, nephrotoxicity, ototoxicity, and rarely bone marrow suppression. The nephrotoxic effects are one of the main issues associated with vancomycin use and can lead to AKI and in severe cases renal failure. These effects can be potentiated when vancomycin is combined with other nephrotoxic agents, in the antibiotic class we worry about the cumulative effects when it is combined with </a:t>
            </a:r>
            <a:r>
              <a:rPr lang="en-US" sz="1050" dirty="0" err="1"/>
              <a:t>zosyn</a:t>
            </a:r>
            <a:r>
              <a:rPr lang="en-US" sz="1050" dirty="0"/>
              <a:t> mainly, or in cases of MRSA endocarditis when we have to combine it with aminoglycosides.  </a:t>
            </a:r>
          </a:p>
          <a:p>
            <a:endParaRPr lang="en-US" dirty="0"/>
          </a:p>
        </p:txBody>
      </p:sp>
      <p:sp>
        <p:nvSpPr>
          <p:cNvPr id="4" name="Slide Number Placeholder 3"/>
          <p:cNvSpPr>
            <a:spLocks noGrp="1"/>
          </p:cNvSpPr>
          <p:nvPr>
            <p:ph type="sldNum" sz="quarter" idx="10"/>
          </p:nvPr>
        </p:nvSpPr>
        <p:spPr/>
        <p:txBody>
          <a:bodyPr/>
          <a:lstStyle/>
          <a:p>
            <a:fld id="{7AC2AD96-5BFA-ED41-B2D6-EA2206C51099}" type="slidenum">
              <a:rPr lang="en-US" smtClean="0"/>
              <a:t>3</a:t>
            </a:fld>
            <a:endParaRPr lang="en-US"/>
          </a:p>
        </p:txBody>
      </p:sp>
    </p:spTree>
    <p:extLst>
      <p:ext uri="{BB962C8B-B14F-4D97-AF65-F5344CB8AC3E}">
        <p14:creationId xmlns:p14="http://schemas.microsoft.com/office/powerpoint/2010/main" val="695997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of overuse of vancomycin has persisted for over a decade, but with the implementation of ASP review of vancomycin in 2013 we had decreased the overall rate of vancomycin usage, though again still higher than compared to our regional colleagues. However around mid 2023 our rates of vancomycin usage have again increased. </a:t>
            </a:r>
          </a:p>
        </p:txBody>
      </p:sp>
      <p:sp>
        <p:nvSpPr>
          <p:cNvPr id="4" name="Slide Number Placeholder 3"/>
          <p:cNvSpPr>
            <a:spLocks noGrp="1"/>
          </p:cNvSpPr>
          <p:nvPr>
            <p:ph type="sldNum" sz="quarter" idx="5"/>
          </p:nvPr>
        </p:nvSpPr>
        <p:spPr/>
        <p:txBody>
          <a:bodyPr/>
          <a:lstStyle/>
          <a:p>
            <a:fld id="{7AC2AD96-5BFA-ED41-B2D6-EA2206C51099}" type="slidenum">
              <a:rPr lang="en-US" smtClean="0"/>
              <a:t>4</a:t>
            </a:fld>
            <a:endParaRPr lang="en-US"/>
          </a:p>
        </p:txBody>
      </p:sp>
    </p:spTree>
    <p:extLst>
      <p:ext uri="{BB962C8B-B14F-4D97-AF65-F5344CB8AC3E}">
        <p14:creationId xmlns:p14="http://schemas.microsoft.com/office/powerpoint/2010/main" val="1828566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767951" rtl="0" eaLnBrk="1" fontAlgn="auto" latinLnBrk="0" hangingPunct="1">
              <a:lnSpc>
                <a:spcPct val="100000"/>
              </a:lnSpc>
              <a:spcBef>
                <a:spcPts val="0"/>
              </a:spcBef>
              <a:spcAft>
                <a:spcPts val="0"/>
              </a:spcAft>
              <a:buClrTx/>
              <a:buSzTx/>
              <a:buFontTx/>
              <a:buNone/>
              <a:tabLst/>
              <a:defRPr/>
            </a:pPr>
            <a:r>
              <a:rPr lang="en-US" dirty="0"/>
              <a:t>To try to drill down into why are numbers are elevated in 2022 we randomly sampled 30 patients on Vancomycin at OMC and FMC and found that pneumonia was one of the top indications for vancomycin usage. Please note that often times “sepsis” may also include pneumonia.  This was consistent with our review of vancomycin indications from 2019 as well. </a:t>
            </a:r>
          </a:p>
          <a:p>
            <a:pPr marL="0" marR="0" lvl="0" indent="0" algn="l" defTabSz="767951" rtl="0" eaLnBrk="1" fontAlgn="auto" latinLnBrk="0" hangingPunct="1">
              <a:lnSpc>
                <a:spcPct val="100000"/>
              </a:lnSpc>
              <a:spcBef>
                <a:spcPts val="0"/>
              </a:spcBef>
              <a:spcAft>
                <a:spcPts val="0"/>
              </a:spcAft>
              <a:buClrTx/>
              <a:buSzTx/>
              <a:buFontTx/>
              <a:buNone/>
              <a:tabLst/>
              <a:defRPr/>
            </a:pPr>
            <a:endParaRPr lang="en-US" dirty="0"/>
          </a:p>
          <a:p>
            <a:pPr marL="0" marR="0" lvl="0" indent="0" algn="l" defTabSz="767951" rtl="0" eaLnBrk="1" fontAlgn="auto" latinLnBrk="0" hangingPunct="1">
              <a:lnSpc>
                <a:spcPct val="100000"/>
              </a:lnSpc>
              <a:spcBef>
                <a:spcPts val="0"/>
              </a:spcBef>
              <a:spcAft>
                <a:spcPts val="0"/>
              </a:spcAft>
              <a:buClrTx/>
              <a:buSzTx/>
              <a:buFontTx/>
              <a:buNone/>
              <a:tabLst/>
              <a:defRPr/>
            </a:pPr>
            <a:r>
              <a:rPr lang="en-US" dirty="0"/>
              <a:t>Self note: </a:t>
            </a:r>
          </a:p>
          <a:p>
            <a:pPr marL="0" marR="0" lvl="0" indent="0" algn="l" defTabSz="767951" rtl="0" eaLnBrk="1" fontAlgn="auto" latinLnBrk="0" hangingPunct="1">
              <a:lnSpc>
                <a:spcPct val="100000"/>
              </a:lnSpc>
              <a:spcBef>
                <a:spcPts val="0"/>
              </a:spcBef>
              <a:spcAft>
                <a:spcPts val="0"/>
              </a:spcAft>
              <a:buClrTx/>
              <a:buSzTx/>
              <a:buFontTx/>
              <a:buNone/>
              <a:tabLst/>
              <a:defRPr/>
            </a:pPr>
            <a:r>
              <a:rPr lang="en-US" dirty="0"/>
              <a:t>2022 first half: top indications were PNA and SSTI; 2021: PNA/SSTI/Sepsis; </a:t>
            </a:r>
          </a:p>
          <a:p>
            <a:pPr marL="0" marR="0" lvl="0" indent="0" algn="l" defTabSz="767951" rtl="0" eaLnBrk="1" fontAlgn="auto" latinLnBrk="0" hangingPunct="1">
              <a:lnSpc>
                <a:spcPct val="100000"/>
              </a:lnSpc>
              <a:spcBef>
                <a:spcPts val="0"/>
              </a:spcBef>
              <a:spcAft>
                <a:spcPts val="0"/>
              </a:spcAft>
              <a:buClrTx/>
              <a:buSzTx/>
              <a:buFontTx/>
              <a:buNone/>
              <a:tabLst/>
              <a:defRPr/>
            </a:pPr>
            <a:r>
              <a:rPr lang="en-US" dirty="0"/>
              <a:t>2019 PNA, “others”, and PNA and SSTIs</a:t>
            </a:r>
          </a:p>
          <a:p>
            <a:pPr marL="0" marR="0" lvl="0" indent="0" algn="l" defTabSz="767951"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C2AD96-5BFA-ED41-B2D6-EA2206C51099}" type="slidenum">
              <a:rPr lang="en-US" smtClean="0"/>
              <a:t>5</a:t>
            </a:fld>
            <a:endParaRPr lang="en-US"/>
          </a:p>
        </p:txBody>
      </p:sp>
    </p:spTree>
    <p:extLst>
      <p:ext uri="{BB962C8B-B14F-4D97-AF65-F5344CB8AC3E}">
        <p14:creationId xmlns:p14="http://schemas.microsoft.com/office/powerpoint/2010/main" val="167557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However, do we really require the high rates of vancomycin use for our pneumonia patients. Do we really have THAT much MRSA PNA that requires </a:t>
            </a:r>
            <a:r>
              <a:rPr lang="en-US" dirty="0" err="1"/>
              <a:t>antiMRSA</a:t>
            </a:r>
            <a:r>
              <a:rPr lang="en-US" dirty="0"/>
              <a:t> treatment upfront for PNA? </a:t>
            </a:r>
          </a:p>
          <a:p>
            <a:r>
              <a:rPr lang="en-US" dirty="0"/>
              <a:t>Looking at our data, what we have found is that we have very low rates of MRSA in our lung cultures and in comparison to other facilities we have similar or lower rates of MRSA and yet our IV vancomycin usage still exceeds that of those service areas. </a:t>
            </a:r>
          </a:p>
          <a:p>
            <a:endParaRPr lang="en-US" dirty="0"/>
          </a:p>
        </p:txBody>
      </p:sp>
      <p:sp>
        <p:nvSpPr>
          <p:cNvPr id="4" name="Slide Number Placeholder 3"/>
          <p:cNvSpPr>
            <a:spLocks noGrp="1"/>
          </p:cNvSpPr>
          <p:nvPr>
            <p:ph type="sldNum" sz="quarter" idx="10"/>
          </p:nvPr>
        </p:nvSpPr>
        <p:spPr/>
        <p:txBody>
          <a:bodyPr/>
          <a:lstStyle/>
          <a:p>
            <a:fld id="{7AC2AD96-5BFA-ED41-B2D6-EA2206C51099}" type="slidenum">
              <a:rPr lang="en-US" smtClean="0"/>
              <a:t>6</a:t>
            </a:fld>
            <a:endParaRPr lang="en-US"/>
          </a:p>
        </p:txBody>
      </p:sp>
    </p:spTree>
    <p:extLst>
      <p:ext uri="{BB962C8B-B14F-4D97-AF65-F5344CB8AC3E}">
        <p14:creationId xmlns:p14="http://schemas.microsoft.com/office/powerpoint/2010/main" val="792593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Our MRSA colonization rates follow a similar trend, we have low rates of MRSA colonization at FMC and OMC, comparable or lower than our sister facilities. But again we use much more vancomycin. </a:t>
            </a:r>
          </a:p>
        </p:txBody>
      </p:sp>
      <p:sp>
        <p:nvSpPr>
          <p:cNvPr id="4" name="Slide Number Placeholder 3"/>
          <p:cNvSpPr>
            <a:spLocks noGrp="1"/>
          </p:cNvSpPr>
          <p:nvPr>
            <p:ph type="sldNum" sz="quarter" idx="10"/>
          </p:nvPr>
        </p:nvSpPr>
        <p:spPr/>
        <p:txBody>
          <a:bodyPr/>
          <a:lstStyle/>
          <a:p>
            <a:fld id="{7AC2AD96-5BFA-ED41-B2D6-EA2206C51099}" type="slidenum">
              <a:rPr lang="en-US" smtClean="0"/>
              <a:t>7</a:t>
            </a:fld>
            <a:endParaRPr lang="en-US"/>
          </a:p>
        </p:txBody>
      </p:sp>
    </p:spTree>
    <p:extLst>
      <p:ext uri="{BB962C8B-B14F-4D97-AF65-F5344CB8AC3E}">
        <p14:creationId xmlns:p14="http://schemas.microsoft.com/office/powerpoint/2010/main" val="2998989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the guidelines say about coverage for MRSA in pneumonia. </a:t>
            </a:r>
          </a:p>
          <a:p>
            <a:r>
              <a:rPr lang="en-US" dirty="0"/>
              <a:t>Here we will break it down by CAP versus HAP / VAP</a:t>
            </a:r>
          </a:p>
          <a:p>
            <a:pPr marL="0" marR="0" lvl="0" indent="0" algn="l" defTabSz="767951" rtl="0" eaLnBrk="1" fontAlgn="auto" latinLnBrk="0" hangingPunct="1">
              <a:lnSpc>
                <a:spcPct val="100000"/>
              </a:lnSpc>
              <a:spcBef>
                <a:spcPts val="0"/>
              </a:spcBef>
              <a:spcAft>
                <a:spcPts val="0"/>
              </a:spcAft>
              <a:buClrTx/>
              <a:buSzTx/>
              <a:buFontTx/>
              <a:buNone/>
              <a:tabLst/>
              <a:defRPr/>
            </a:pPr>
            <a:r>
              <a:rPr lang="en-US" dirty="0"/>
              <a:t>One thing I want to make sure we highlight there is no HCAP (healthcare associated pneumonia) category anymore. This was originally proposed as a way to help discern risk factors for possible MDRO infections – and included residence in a nursing home and other long-term care facilities, hospitalization for ≥2 days in the last 90 days, receipt of home infusion therapy, chronic dialysis, home wound care, or a family member with a known antibiotic-resistant pathogen – HOWEVER many subsequent studies have show that use of these criteria have low positive predictive value for MDRO infections and actually increased unnecessary broad spectrum antibiotic use as these patients are NOT at risk for MDRP pathogens. </a:t>
            </a:r>
          </a:p>
          <a:p>
            <a:pPr marL="0" marR="0" lvl="0" indent="0" algn="l" defTabSz="767951" rtl="0" eaLnBrk="1" fontAlgn="auto" latinLnBrk="0" hangingPunct="1">
              <a:lnSpc>
                <a:spcPct val="100000"/>
              </a:lnSpc>
              <a:spcBef>
                <a:spcPts val="0"/>
              </a:spcBef>
              <a:spcAft>
                <a:spcPts val="0"/>
              </a:spcAft>
              <a:buClrTx/>
              <a:buSzTx/>
              <a:buFontTx/>
              <a:buNone/>
              <a:tabLst/>
              <a:defRPr/>
            </a:pPr>
            <a:endParaRPr lang="en-US" dirty="0"/>
          </a:p>
          <a:p>
            <a:pPr marL="0" marR="0" lvl="0" indent="0" algn="l" defTabSz="767951" rtl="0" eaLnBrk="1" fontAlgn="auto" latinLnBrk="0" hangingPunct="1">
              <a:lnSpc>
                <a:spcPct val="100000"/>
              </a:lnSpc>
              <a:spcBef>
                <a:spcPts val="0"/>
              </a:spcBef>
              <a:spcAft>
                <a:spcPts val="0"/>
              </a:spcAft>
              <a:buClrTx/>
              <a:buSzTx/>
              <a:buFontTx/>
              <a:buNone/>
              <a:tabLst/>
              <a:defRPr/>
            </a:pPr>
            <a:r>
              <a:rPr lang="en-US" dirty="0"/>
              <a:t>Instead of the list of criteria for MDROs espoused by the prior guidelines, the new guidelines focus on severity and well validated risk factors for MRSA. </a:t>
            </a:r>
          </a:p>
          <a:p>
            <a:pPr marL="0" marR="0" lvl="0" indent="0" algn="l" defTabSz="767951" rtl="0" eaLnBrk="1" fontAlgn="auto" latinLnBrk="0" hangingPunct="1">
              <a:lnSpc>
                <a:spcPct val="100000"/>
              </a:lnSpc>
              <a:spcBef>
                <a:spcPts val="0"/>
              </a:spcBef>
              <a:spcAft>
                <a:spcPts val="0"/>
              </a:spcAft>
              <a:buClrTx/>
              <a:buSzTx/>
              <a:buFontTx/>
              <a:buNone/>
              <a:tabLst/>
              <a:defRPr/>
            </a:pPr>
            <a:r>
              <a:rPr lang="en-US" dirty="0"/>
              <a:t>So for patients with non-severe CAP you only add empiric vancomycin if the patient has prior respiratory isolation of MRSA. Remember, generally patients with MRSA pneumonias are sick. IF they have been hospitalized and received IV antibiotics in the last 90 days you should obtain cultures but HOLD </a:t>
            </a:r>
            <a:r>
              <a:rPr lang="en-US" dirty="0" err="1"/>
              <a:t>antiMRSA</a:t>
            </a:r>
            <a:r>
              <a:rPr lang="en-US" dirty="0"/>
              <a:t> antibiotics. </a:t>
            </a:r>
          </a:p>
          <a:p>
            <a:pPr marL="0" marR="0" lvl="0" indent="0" algn="l" defTabSz="767951" rtl="0" eaLnBrk="1" fontAlgn="auto" latinLnBrk="0" hangingPunct="1">
              <a:lnSpc>
                <a:spcPct val="100000"/>
              </a:lnSpc>
              <a:spcBef>
                <a:spcPts val="0"/>
              </a:spcBef>
              <a:spcAft>
                <a:spcPts val="0"/>
              </a:spcAft>
              <a:buClrTx/>
              <a:buSzTx/>
              <a:buFontTx/>
              <a:buNone/>
              <a:tabLst/>
              <a:defRPr/>
            </a:pPr>
            <a:endParaRPr lang="en-US" dirty="0"/>
          </a:p>
          <a:p>
            <a:pPr marL="0" marR="0" lvl="0" indent="0" algn="l" defTabSz="767951" rtl="0" eaLnBrk="1" fontAlgn="auto" latinLnBrk="0" hangingPunct="1">
              <a:lnSpc>
                <a:spcPct val="100000"/>
              </a:lnSpc>
              <a:spcBef>
                <a:spcPts val="0"/>
              </a:spcBef>
              <a:spcAft>
                <a:spcPts val="0"/>
              </a:spcAft>
              <a:buClrTx/>
              <a:buSzTx/>
              <a:buFontTx/>
              <a:buNone/>
              <a:tabLst/>
              <a:defRPr/>
            </a:pPr>
            <a:r>
              <a:rPr lang="en-US" dirty="0"/>
              <a:t>For patients with severe CAP, with symptoms such as septic shock, respiratory failure </a:t>
            </a:r>
            <a:r>
              <a:rPr lang="en-US" dirty="0" err="1"/>
              <a:t>etc</a:t>
            </a:r>
            <a:r>
              <a:rPr lang="en-US" dirty="0"/>
              <a:t> then you add empiric MRSA coverage if they have prior isolation of MRSA in a repository/surveillance culture within the last year OR if they have been hospitalized AND have received IV antibiotics within the last 90 days </a:t>
            </a:r>
          </a:p>
          <a:p>
            <a:pPr marL="0" marR="0" lvl="0" indent="0" algn="l" defTabSz="767951" rtl="0" eaLnBrk="1" fontAlgn="auto" latinLnBrk="0" hangingPunct="1">
              <a:lnSpc>
                <a:spcPct val="100000"/>
              </a:lnSpc>
              <a:spcBef>
                <a:spcPts val="0"/>
              </a:spcBef>
              <a:spcAft>
                <a:spcPts val="0"/>
              </a:spcAft>
              <a:buClrTx/>
              <a:buSzTx/>
              <a:buFontTx/>
              <a:buNone/>
              <a:tabLst/>
              <a:defRPr/>
            </a:pPr>
            <a:endParaRPr lang="en-US" dirty="0"/>
          </a:p>
          <a:p>
            <a:pPr marL="0" marR="0" lvl="0" indent="0" algn="l" defTabSz="767951" rtl="0" eaLnBrk="1" fontAlgn="auto" latinLnBrk="0" hangingPunct="1">
              <a:lnSpc>
                <a:spcPct val="100000"/>
              </a:lnSpc>
              <a:spcBef>
                <a:spcPts val="0"/>
              </a:spcBef>
              <a:spcAft>
                <a:spcPts val="0"/>
              </a:spcAft>
              <a:buClrTx/>
              <a:buSzTx/>
              <a:buFontTx/>
              <a:buNone/>
              <a:tabLst/>
              <a:defRPr/>
            </a:pPr>
            <a:r>
              <a:rPr lang="en-US" dirty="0"/>
              <a:t>These guidelines did exclude patients with immunocompromised conditions, thus in immunocompromised individuals, </a:t>
            </a:r>
            <a:r>
              <a:rPr lang="en-US" dirty="0" err="1"/>
              <a:t>esp</a:t>
            </a:r>
            <a:r>
              <a:rPr lang="en-US" dirty="0"/>
              <a:t> with severe CAP then empiric initiation of </a:t>
            </a:r>
            <a:r>
              <a:rPr lang="en-US" dirty="0" err="1"/>
              <a:t>antiMRSA</a:t>
            </a:r>
            <a:r>
              <a:rPr lang="en-US" dirty="0"/>
              <a:t> antibiotics is not unreasonable. </a:t>
            </a:r>
          </a:p>
          <a:p>
            <a:pPr marL="0" marR="0" lvl="0" indent="0" algn="l" defTabSz="767951"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7AC2AD96-5BFA-ED41-B2D6-EA2206C51099}" type="slidenum">
              <a:rPr lang="en-US" smtClean="0"/>
              <a:t>8</a:t>
            </a:fld>
            <a:endParaRPr lang="en-US"/>
          </a:p>
        </p:txBody>
      </p:sp>
    </p:spTree>
    <p:extLst>
      <p:ext uri="{BB962C8B-B14F-4D97-AF65-F5344CB8AC3E}">
        <p14:creationId xmlns:p14="http://schemas.microsoft.com/office/powerpoint/2010/main" val="2904110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C2AD96-5BFA-ED41-B2D6-EA2206C51099}" type="slidenum">
              <a:rPr lang="en-US" smtClean="0"/>
              <a:t>9</a:t>
            </a:fld>
            <a:endParaRPr lang="en-US"/>
          </a:p>
        </p:txBody>
      </p:sp>
    </p:spTree>
    <p:extLst>
      <p:ext uri="{BB962C8B-B14F-4D97-AF65-F5344CB8AC3E}">
        <p14:creationId xmlns:p14="http://schemas.microsoft.com/office/powerpoint/2010/main" val="1805311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Wingdings" panose="05000000000000000000" pitchFamily="2" charset="2"/>
              <a:buNone/>
            </a:pPr>
            <a:r>
              <a:rPr lang="en-US" dirty="0"/>
              <a:t>How about for our HAP and VAP patients, now remember </a:t>
            </a:r>
            <a:r>
              <a:rPr lang="en-US" b="0" i="0" dirty="0">
                <a:solidFill>
                  <a:srgbClr val="000000"/>
                </a:solidFill>
                <a:effectLst/>
                <a:highlight>
                  <a:srgbClr val="FFFFFF"/>
                </a:highlight>
                <a:latin typeface="Times New Roman" panose="02020603050405020304" pitchFamily="18" charset="0"/>
              </a:rPr>
              <a:t>Nosocomial pneumonia or hospital-acquired pneumonia (HAP) is defined as pneumonia that occurs 48 hours or more after hospital admission and is not present at the admission time. Ventilator-associated pneumonia (VAP) represents a significant sub-set of HAP occurring in intensive care units (ICUs) and is defined as pneumonia that occurs more than 48 to 72 hours after tracheal intubation and is thought to affect 10% to 20% of patients receiving mechanical ventilation for more than 48 hours</a:t>
            </a:r>
            <a:endParaRPr lang="en-US" dirty="0"/>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For our patients with HAP or VAP, the guidelines highlight that the most predictive risk factor for MRSA infection was prior antibiotic use within 90 days, however it does not specify which antibiotic or antibiotic class.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However, they also recommend that we use our local antibiograms and culture data to help determine if empiric vancomycin is indicated.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And locally the MRSA positive lung culture rate is &gt;20% </a:t>
            </a:r>
            <a:r>
              <a:rPr lang="en-US" dirty="0" err="1"/>
              <a:t>threshould</a:t>
            </a:r>
            <a:r>
              <a:rPr lang="en-US" dirty="0"/>
              <a:t> in our ICU patient with staph aureus lung cultures. Thus if a patient is in septic shock and in ICU of course consider empiric </a:t>
            </a:r>
            <a:r>
              <a:rPr lang="en-US" dirty="0" err="1"/>
              <a:t>antiMRSA</a:t>
            </a:r>
            <a:r>
              <a:rPr lang="en-US" dirty="0"/>
              <a:t> treatment.  Additionally, if they have received prior IV antibiotics in the last 90 days or are at high risk for mortality then empiric vancomycin use is recommended.  And of course, if there is prior detection of MRSA in a surveillance culture or respiratory culture then empiric </a:t>
            </a:r>
            <a:r>
              <a:rPr lang="en-US" dirty="0" err="1"/>
              <a:t>antiMRSA</a:t>
            </a:r>
            <a:r>
              <a:rPr lang="en-US" dirty="0"/>
              <a:t> use is again indicated.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But what if your patients do not have any of these risk factors and we are still contemplating if we should start </a:t>
            </a:r>
            <a:r>
              <a:rPr lang="en-US" dirty="0" err="1"/>
              <a:t>antiMRSA</a:t>
            </a:r>
            <a:r>
              <a:rPr lang="en-US" dirty="0"/>
              <a:t> treatment or not? </a:t>
            </a:r>
          </a:p>
          <a:p>
            <a:pPr marL="0" indent="0">
              <a:buFont typeface="Wingdings" panose="05000000000000000000" pitchFamily="2" charset="2"/>
              <a:buNone/>
            </a:pPr>
            <a:r>
              <a:rPr lang="en-US" dirty="0"/>
              <a:t>Here clinical judgement is key, however if empiric vancomycin is started then we recommend surveillance cultures to help deescalate antibiotics.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Self note: </a:t>
            </a:r>
          </a:p>
          <a:p>
            <a:pPr marL="0" indent="0">
              <a:buFont typeface="Wingdings" panose="05000000000000000000" pitchFamily="2" charset="2"/>
              <a:buNone/>
            </a:pPr>
            <a:r>
              <a:rPr lang="en-US" dirty="0"/>
              <a:t>Per guideline MRSA PNA is more often seen in late-onset PNA than in early-onset PNA. </a:t>
            </a:r>
          </a:p>
          <a:p>
            <a:pPr marL="0" indent="0">
              <a:buFont typeface="Wingdings" panose="05000000000000000000" pitchFamily="2" charset="2"/>
              <a:buNone/>
            </a:pPr>
            <a:endParaRPr lang="en-US" dirty="0"/>
          </a:p>
        </p:txBody>
      </p:sp>
      <p:sp>
        <p:nvSpPr>
          <p:cNvPr id="4" name="Slide Number Placeholder 3"/>
          <p:cNvSpPr>
            <a:spLocks noGrp="1"/>
          </p:cNvSpPr>
          <p:nvPr>
            <p:ph type="sldNum" sz="quarter" idx="5"/>
          </p:nvPr>
        </p:nvSpPr>
        <p:spPr/>
        <p:txBody>
          <a:bodyPr/>
          <a:lstStyle/>
          <a:p>
            <a:fld id="{7AC2AD96-5BFA-ED41-B2D6-EA2206C51099}" type="slidenum">
              <a:rPr lang="en-US" smtClean="0"/>
              <a:t>10</a:t>
            </a:fld>
            <a:endParaRPr lang="en-US"/>
          </a:p>
        </p:txBody>
      </p:sp>
    </p:spTree>
    <p:extLst>
      <p:ext uri="{BB962C8B-B14F-4D97-AF65-F5344CB8AC3E}">
        <p14:creationId xmlns:p14="http://schemas.microsoft.com/office/powerpoint/2010/main" val="3497682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C2AD96-5BFA-ED41-B2D6-EA2206C51099}" type="slidenum">
              <a:rPr lang="en-US" smtClean="0"/>
              <a:t>11</a:t>
            </a:fld>
            <a:endParaRPr lang="en-US"/>
          </a:p>
        </p:txBody>
      </p:sp>
    </p:spTree>
    <p:extLst>
      <p:ext uri="{BB962C8B-B14F-4D97-AF65-F5344CB8AC3E}">
        <p14:creationId xmlns:p14="http://schemas.microsoft.com/office/powerpoint/2010/main" val="2093712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CMS, to meet antibiotics requirements for sepsis protocol, as long as a broad spectrum antibiotic is ordered – and we have the list of what is/are considered broad spectrum </a:t>
            </a:r>
            <a:r>
              <a:rPr lang="en-US" dirty="0" err="1"/>
              <a:t>antibitoics</a:t>
            </a:r>
            <a:r>
              <a:rPr lang="en-US" dirty="0"/>
              <a:t>. </a:t>
            </a:r>
          </a:p>
        </p:txBody>
      </p:sp>
      <p:sp>
        <p:nvSpPr>
          <p:cNvPr id="4" name="Slide Number Placeholder 3"/>
          <p:cNvSpPr>
            <a:spLocks noGrp="1"/>
          </p:cNvSpPr>
          <p:nvPr>
            <p:ph type="sldNum" sz="quarter" idx="5"/>
          </p:nvPr>
        </p:nvSpPr>
        <p:spPr/>
        <p:txBody>
          <a:bodyPr/>
          <a:lstStyle/>
          <a:p>
            <a:fld id="{7AC2AD96-5BFA-ED41-B2D6-EA2206C51099}" type="slidenum">
              <a:rPr lang="en-US" smtClean="0"/>
              <a:t>12</a:t>
            </a:fld>
            <a:endParaRPr lang="en-US"/>
          </a:p>
        </p:txBody>
      </p:sp>
    </p:spTree>
    <p:extLst>
      <p:ext uri="{BB962C8B-B14F-4D97-AF65-F5344CB8AC3E}">
        <p14:creationId xmlns:p14="http://schemas.microsoft.com/office/powerpoint/2010/main" val="33216343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MRSA surveillance cultures are ordered for patients at high risk for MRSA colonization as per state mandates. </a:t>
            </a:r>
          </a:p>
          <a:p>
            <a:r>
              <a:rPr lang="en-US" dirty="0"/>
              <a:t>But there are still cases outside of those who can benefit from having MRSA surveillance cultures ordered to rule out MRSA PNA</a:t>
            </a:r>
          </a:p>
          <a:p>
            <a:pPr marL="0" indent="0">
              <a:buFont typeface="Wingdings" panose="05000000000000000000" pitchFamily="2" charset="2"/>
              <a:buNone/>
            </a:pPr>
            <a:endParaRPr lang="en-US" dirty="0"/>
          </a:p>
        </p:txBody>
      </p:sp>
      <p:sp>
        <p:nvSpPr>
          <p:cNvPr id="4" name="Slide Number Placeholder 3"/>
          <p:cNvSpPr>
            <a:spLocks noGrp="1"/>
          </p:cNvSpPr>
          <p:nvPr>
            <p:ph type="sldNum" sz="quarter" idx="5"/>
          </p:nvPr>
        </p:nvSpPr>
        <p:spPr/>
        <p:txBody>
          <a:bodyPr/>
          <a:lstStyle/>
          <a:p>
            <a:fld id="{7AC2AD96-5BFA-ED41-B2D6-EA2206C51099}" type="slidenum">
              <a:rPr lang="en-US" smtClean="0"/>
              <a:t>13</a:t>
            </a:fld>
            <a:endParaRPr lang="en-US"/>
          </a:p>
        </p:txBody>
      </p:sp>
    </p:spTree>
    <p:extLst>
      <p:ext uri="{BB962C8B-B14F-4D97-AF65-F5344CB8AC3E}">
        <p14:creationId xmlns:p14="http://schemas.microsoft.com/office/powerpoint/2010/main" val="3493225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Wingdings" panose="05000000000000000000" pitchFamily="2" charset="2"/>
              <a:buNone/>
            </a:pPr>
            <a:r>
              <a:rPr lang="en-US" dirty="0"/>
              <a:t>Published data have shown above.</a:t>
            </a:r>
          </a:p>
          <a:p>
            <a:pPr marL="0" indent="0">
              <a:buFont typeface="Wingdings" panose="05000000000000000000" pitchFamily="2" charset="2"/>
              <a:buNone/>
            </a:pPr>
            <a:r>
              <a:rPr lang="en-US" dirty="0"/>
              <a:t>Policy updated 6/2023 with P&amp;T approval</a:t>
            </a:r>
          </a:p>
        </p:txBody>
      </p:sp>
      <p:sp>
        <p:nvSpPr>
          <p:cNvPr id="4" name="Slide Number Placeholder 3"/>
          <p:cNvSpPr>
            <a:spLocks noGrp="1"/>
          </p:cNvSpPr>
          <p:nvPr>
            <p:ph type="sldNum" sz="quarter" idx="5"/>
          </p:nvPr>
        </p:nvSpPr>
        <p:spPr/>
        <p:txBody>
          <a:bodyPr/>
          <a:lstStyle/>
          <a:p>
            <a:fld id="{7AC2AD96-5BFA-ED41-B2D6-EA2206C51099}" type="slidenum">
              <a:rPr lang="en-US" smtClean="0"/>
              <a:t>14</a:t>
            </a:fld>
            <a:endParaRPr lang="en-US"/>
          </a:p>
        </p:txBody>
      </p:sp>
    </p:spTree>
    <p:extLst>
      <p:ext uri="{BB962C8B-B14F-4D97-AF65-F5344CB8AC3E}">
        <p14:creationId xmlns:p14="http://schemas.microsoft.com/office/powerpoint/2010/main" val="3971905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C2AD96-5BFA-ED41-B2D6-EA2206C51099}" type="slidenum">
              <a:rPr lang="en-US" smtClean="0"/>
              <a:t>20</a:t>
            </a:fld>
            <a:endParaRPr lang="en-US" dirty="0"/>
          </a:p>
        </p:txBody>
      </p:sp>
    </p:spTree>
    <p:extLst>
      <p:ext uri="{BB962C8B-B14F-4D97-AF65-F5344CB8AC3E}">
        <p14:creationId xmlns:p14="http://schemas.microsoft.com/office/powerpoint/2010/main" val="3703074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C2AD96-5BFA-ED41-B2D6-EA2206C51099}" type="slidenum">
              <a:rPr lang="en-US" smtClean="0"/>
              <a:t>21</a:t>
            </a:fld>
            <a:endParaRPr lang="en-US"/>
          </a:p>
        </p:txBody>
      </p:sp>
    </p:spTree>
    <p:extLst>
      <p:ext uri="{BB962C8B-B14F-4D97-AF65-F5344CB8AC3E}">
        <p14:creationId xmlns:p14="http://schemas.microsoft.com/office/powerpoint/2010/main" val="23341336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https://criticalcarenow.com/whats-in-your-toolbox-mrsa-screening/</a:t>
            </a:r>
          </a:p>
        </p:txBody>
      </p:sp>
      <p:sp>
        <p:nvSpPr>
          <p:cNvPr id="4" name="Slide Number Placeholder 3"/>
          <p:cNvSpPr>
            <a:spLocks noGrp="1"/>
          </p:cNvSpPr>
          <p:nvPr>
            <p:ph type="sldNum" sz="quarter" idx="5"/>
          </p:nvPr>
        </p:nvSpPr>
        <p:spPr/>
        <p:txBody>
          <a:bodyPr/>
          <a:lstStyle/>
          <a:p>
            <a:fld id="{7AC2AD96-5BFA-ED41-B2D6-EA2206C51099}" type="slidenum">
              <a:rPr lang="en-US" smtClean="0"/>
              <a:t>23</a:t>
            </a:fld>
            <a:endParaRPr lang="en-US"/>
          </a:p>
        </p:txBody>
      </p:sp>
    </p:spTree>
    <p:extLst>
      <p:ext uri="{BB962C8B-B14F-4D97-AF65-F5344CB8AC3E}">
        <p14:creationId xmlns:p14="http://schemas.microsoft.com/office/powerpoint/2010/main" val="3029776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Rectangle 5"/>
          <p:cNvSpPr/>
          <p:nvPr userDrawn="1"/>
        </p:nvSpPr>
        <p:spPr>
          <a:xfrm>
            <a:off x="0" y="1"/>
            <a:ext cx="9144000" cy="6090249"/>
          </a:xfrm>
          <a:prstGeom prst="rect">
            <a:avLst/>
          </a:prstGeom>
          <a:gradFill flip="none" rotWithShape="1">
            <a:gsLst>
              <a:gs pos="0">
                <a:schemeClr val="accent1"/>
              </a:gs>
              <a:gs pos="100000">
                <a:schemeClr val="tx2"/>
              </a:gs>
            </a:gsLst>
            <a:lin ang="0" scaled="0"/>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10" name="Date Placeholder 3"/>
          <p:cNvSpPr txBox="1">
            <a:spLocks/>
          </p:cNvSpPr>
          <p:nvPr userDrawn="1"/>
        </p:nvSpPr>
        <p:spPr>
          <a:xfrm>
            <a:off x="229779" y="6548858"/>
            <a:ext cx="5864611" cy="253158"/>
          </a:xfrm>
          <a:prstGeom prst="rect">
            <a:avLst/>
          </a:prstGeom>
        </p:spPr>
        <p:txBody>
          <a:bodyPr/>
          <a:lstStyle>
            <a:defPPr>
              <a:defRPr lang="en-US"/>
            </a:defPPr>
            <a:lvl1pPr marL="0" algn="l" defTabSz="1828891" rtl="0" eaLnBrk="1" latinLnBrk="0" hangingPunct="1">
              <a:defRPr sz="2000" kern="1200">
                <a:solidFill>
                  <a:schemeClr val="bg2">
                    <a:lumMod val="50000"/>
                  </a:schemeClr>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0" marR="0" lvl="0" indent="0" algn="l" defTabSz="685834"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E7E6E6">
                    <a:lumMod val="50000"/>
                  </a:srgbClr>
                </a:solidFill>
                <a:effectLst/>
                <a:uLnTx/>
                <a:uFillTx/>
                <a:latin typeface="Arial" panose="020B0604020202020204"/>
                <a:ea typeface=""/>
                <a:cs typeface=""/>
              </a:rPr>
              <a:t>‹#›   |   Copyright © 2017 Kaiser Foundation Health Plan, Inc. </a:t>
            </a:r>
          </a:p>
        </p:txBody>
      </p:sp>
      <p:sp>
        <p:nvSpPr>
          <p:cNvPr id="12" name="Title Placeholder 7"/>
          <p:cNvSpPr>
            <a:spLocks noGrp="1"/>
          </p:cNvSpPr>
          <p:nvPr>
            <p:ph type="title"/>
          </p:nvPr>
        </p:nvSpPr>
        <p:spPr>
          <a:xfrm>
            <a:off x="628568" y="2199737"/>
            <a:ext cx="7886864" cy="1690776"/>
          </a:xfrm>
          <a:prstGeom prst="rect">
            <a:avLst/>
          </a:prstGeom>
        </p:spPr>
        <p:txBody>
          <a:bodyPr vert="horz" lIns="91440" tIns="45720" rIns="91440" bIns="45720" rtlCol="0" anchor="ctr">
            <a:normAutofit/>
          </a:bodyPr>
          <a:lstStyle>
            <a:lvl1pPr>
              <a:lnSpc>
                <a:spcPct val="100000"/>
              </a:lnSpc>
              <a:defRPr sz="1950"/>
            </a:lvl1pPr>
          </a:lstStyle>
          <a:p>
            <a:r>
              <a:rPr lang="en-US" dirty="0"/>
              <a:t>Title of presentation goes in this space</a:t>
            </a:r>
          </a:p>
        </p:txBody>
      </p:sp>
      <p:sp>
        <p:nvSpPr>
          <p:cNvPr id="16" name="Text Placeholder 15"/>
          <p:cNvSpPr>
            <a:spLocks noGrp="1"/>
          </p:cNvSpPr>
          <p:nvPr>
            <p:ph type="body" sz="quarter" idx="10" hasCustomPrompt="1"/>
          </p:nvPr>
        </p:nvSpPr>
        <p:spPr>
          <a:xfrm>
            <a:off x="628568" y="4684144"/>
            <a:ext cx="5568704" cy="1155940"/>
          </a:xfrm>
          <a:prstGeom prst="rect">
            <a:avLst/>
          </a:prstGeom>
        </p:spPr>
        <p:txBody>
          <a:bodyPr anchor="b" anchorCtr="0"/>
          <a:lstStyle>
            <a:lvl1pPr marL="0" indent="0">
              <a:buFontTx/>
              <a:buNone/>
              <a:defRPr sz="1050" baseline="0">
                <a:solidFill>
                  <a:schemeClr val="bg1"/>
                </a:solidFill>
              </a:defRPr>
            </a:lvl1pPr>
          </a:lstStyle>
          <a:p>
            <a:r>
              <a:rPr lang="en-US" sz="1125" dirty="0"/>
              <a:t>Presenter information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6" name="Rectangle 5"/>
          <p:cNvSpPr/>
          <p:nvPr userDrawn="1"/>
        </p:nvSpPr>
        <p:spPr>
          <a:xfrm>
            <a:off x="0" y="1"/>
            <a:ext cx="9144000" cy="6090249"/>
          </a:xfrm>
          <a:prstGeom prst="rect">
            <a:avLst/>
          </a:prstGeom>
          <a:gradFill flip="none" rotWithShape="1">
            <a:gsLst>
              <a:gs pos="100000">
                <a:schemeClr val="accent1">
                  <a:lumMod val="17000"/>
                  <a:lumOff val="83000"/>
                  <a:alpha val="32000"/>
                </a:schemeClr>
              </a:gs>
              <a:gs pos="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10" name="Date Placeholder 3"/>
          <p:cNvSpPr txBox="1">
            <a:spLocks/>
          </p:cNvSpPr>
          <p:nvPr userDrawn="1"/>
        </p:nvSpPr>
        <p:spPr>
          <a:xfrm>
            <a:off x="229779" y="6548858"/>
            <a:ext cx="5864611" cy="253158"/>
          </a:xfrm>
          <a:prstGeom prst="rect">
            <a:avLst/>
          </a:prstGeom>
        </p:spPr>
        <p:txBody>
          <a:bodyPr/>
          <a:lstStyle>
            <a:defPPr>
              <a:defRPr lang="en-US"/>
            </a:defPPr>
            <a:lvl1pPr marL="0" algn="l" defTabSz="1828891" rtl="0" eaLnBrk="1" latinLnBrk="0" hangingPunct="1">
              <a:defRPr sz="2000" kern="1200">
                <a:solidFill>
                  <a:schemeClr val="bg2">
                    <a:lumMod val="50000"/>
                  </a:schemeClr>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0" marR="0" lvl="0" indent="0" algn="l" defTabSz="685834"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E7E6E6">
                    <a:lumMod val="50000"/>
                  </a:srgbClr>
                </a:solidFill>
                <a:effectLst/>
                <a:uLnTx/>
                <a:uFillTx/>
                <a:latin typeface="Arial" panose="020B0604020202020204"/>
                <a:ea typeface=""/>
                <a:cs typeface=""/>
              </a:rPr>
              <a:t>‹#›   |   Copyright © 2017 Kaiser Foundation Health Plan, Inc. </a:t>
            </a:r>
          </a:p>
        </p:txBody>
      </p:sp>
      <p:sp>
        <p:nvSpPr>
          <p:cNvPr id="12" name="Title Placeholder 7"/>
          <p:cNvSpPr>
            <a:spLocks noGrp="1"/>
          </p:cNvSpPr>
          <p:nvPr>
            <p:ph type="title"/>
          </p:nvPr>
        </p:nvSpPr>
        <p:spPr>
          <a:xfrm>
            <a:off x="628568" y="2199737"/>
            <a:ext cx="7886864" cy="1690776"/>
          </a:xfrm>
          <a:prstGeom prst="rect">
            <a:avLst/>
          </a:prstGeom>
        </p:spPr>
        <p:txBody>
          <a:bodyPr vert="horz" lIns="91440" tIns="45720" rIns="91440" bIns="45720" rtlCol="0" anchor="ctr">
            <a:normAutofit/>
          </a:bodyPr>
          <a:lstStyle>
            <a:lvl1pPr>
              <a:lnSpc>
                <a:spcPct val="100000"/>
              </a:lnSpc>
              <a:defRPr sz="1950">
                <a:solidFill>
                  <a:schemeClr val="tx2"/>
                </a:solidFill>
              </a:defRPr>
            </a:lvl1pPr>
          </a:lstStyle>
          <a:p>
            <a:r>
              <a:rPr lang="en-US" dirty="0"/>
              <a:t>Title of presentation goes in this space</a:t>
            </a:r>
          </a:p>
        </p:txBody>
      </p:sp>
      <p:sp>
        <p:nvSpPr>
          <p:cNvPr id="16" name="Text Placeholder 15"/>
          <p:cNvSpPr>
            <a:spLocks noGrp="1"/>
          </p:cNvSpPr>
          <p:nvPr>
            <p:ph type="body" sz="quarter" idx="10" hasCustomPrompt="1"/>
          </p:nvPr>
        </p:nvSpPr>
        <p:spPr>
          <a:xfrm>
            <a:off x="628568" y="4684144"/>
            <a:ext cx="5568704" cy="1155940"/>
          </a:xfrm>
          <a:prstGeom prst="rect">
            <a:avLst/>
          </a:prstGeom>
        </p:spPr>
        <p:txBody>
          <a:bodyPr anchor="b" anchorCtr="0"/>
          <a:lstStyle>
            <a:lvl1pPr marL="0" indent="0">
              <a:buFontTx/>
              <a:buNone/>
              <a:defRPr sz="1050" baseline="0">
                <a:solidFill>
                  <a:schemeClr val="tx2"/>
                </a:solidFill>
              </a:defRPr>
            </a:lvl1pPr>
          </a:lstStyle>
          <a:p>
            <a:r>
              <a:rPr lang="en-US" sz="1125" dirty="0"/>
              <a:t>Presenter information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_Photo Top">
    <p:spTree>
      <p:nvGrpSpPr>
        <p:cNvPr id="1" name=""/>
        <p:cNvGrpSpPr/>
        <p:nvPr/>
      </p:nvGrpSpPr>
      <p:grpSpPr>
        <a:xfrm>
          <a:off x="0" y="0"/>
          <a:ext cx="0" cy="0"/>
          <a:chOff x="0" y="0"/>
          <a:chExt cx="0" cy="0"/>
        </a:xfrm>
      </p:grpSpPr>
      <p:sp>
        <p:nvSpPr>
          <p:cNvPr id="12" name="Title Placeholder 7"/>
          <p:cNvSpPr>
            <a:spLocks noGrp="1"/>
          </p:cNvSpPr>
          <p:nvPr>
            <p:ph type="title"/>
          </p:nvPr>
        </p:nvSpPr>
        <p:spPr>
          <a:xfrm>
            <a:off x="628568" y="4323522"/>
            <a:ext cx="7886864" cy="721244"/>
          </a:xfrm>
          <a:prstGeom prst="rect">
            <a:avLst/>
          </a:prstGeom>
        </p:spPr>
        <p:txBody>
          <a:bodyPr vert="horz" lIns="91440" tIns="45720" rIns="91440" bIns="45720" rtlCol="0" anchor="ctr">
            <a:normAutofit/>
          </a:bodyPr>
          <a:lstStyle>
            <a:lvl1pPr>
              <a:lnSpc>
                <a:spcPct val="100000"/>
              </a:lnSpc>
              <a:defRPr/>
            </a:lvl1pPr>
          </a:lstStyle>
          <a:p>
            <a:r>
              <a:rPr lang="en-US" dirty="0"/>
              <a:t>Title of presentation goes in this space</a:t>
            </a:r>
          </a:p>
        </p:txBody>
      </p:sp>
      <p:sp>
        <p:nvSpPr>
          <p:cNvPr id="16" name="Text Placeholder 15"/>
          <p:cNvSpPr>
            <a:spLocks noGrp="1"/>
          </p:cNvSpPr>
          <p:nvPr>
            <p:ph type="body" sz="quarter" idx="10" hasCustomPrompt="1"/>
          </p:nvPr>
        </p:nvSpPr>
        <p:spPr>
          <a:xfrm>
            <a:off x="628568" y="5347252"/>
            <a:ext cx="7886864" cy="565219"/>
          </a:xfrm>
          <a:prstGeom prst="rect">
            <a:avLst/>
          </a:prstGeom>
        </p:spPr>
        <p:txBody>
          <a:bodyPr anchor="b" anchorCtr="0"/>
          <a:lstStyle>
            <a:lvl1pPr marL="0" indent="0" algn="ctr">
              <a:buFontTx/>
              <a:buNone/>
              <a:defRPr sz="1050" baseline="0">
                <a:solidFill>
                  <a:schemeClr val="tx2"/>
                </a:solidFill>
              </a:defRPr>
            </a:lvl1pPr>
          </a:lstStyle>
          <a:p>
            <a:r>
              <a:rPr lang="en-US" sz="1125" dirty="0"/>
              <a:t>Presenter information</a:t>
            </a:r>
          </a:p>
        </p:txBody>
      </p:sp>
      <p:sp>
        <p:nvSpPr>
          <p:cNvPr id="3" name="Picture Placeholder 2"/>
          <p:cNvSpPr>
            <a:spLocks noGrp="1"/>
          </p:cNvSpPr>
          <p:nvPr>
            <p:ph type="pic" sz="quarter" idx="11"/>
          </p:nvPr>
        </p:nvSpPr>
        <p:spPr>
          <a:xfrm>
            <a:off x="0" y="0"/>
            <a:ext cx="9143405" cy="3826669"/>
          </a:xfrm>
          <a:prstGeom prst="rect">
            <a:avLst/>
          </a:prstGeom>
          <a:noFill/>
        </p:spPr>
        <p:txBody>
          <a:bodyPr/>
          <a:lstStyle/>
          <a:p>
            <a:endParaRPr lang="en-US"/>
          </a:p>
        </p:txBody>
      </p:sp>
      <p:sp>
        <p:nvSpPr>
          <p:cNvPr id="9"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r>
              <a:rPr lang="en-US"/>
              <a:t>  |   Copyright © 2017 Kaiser Foundation Health Plan, Inc.</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891453" y="6337910"/>
            <a:ext cx="2019300" cy="228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_3 Photos">
    <p:spTree>
      <p:nvGrpSpPr>
        <p:cNvPr id="1" name=""/>
        <p:cNvGrpSpPr/>
        <p:nvPr/>
      </p:nvGrpSpPr>
      <p:grpSpPr>
        <a:xfrm>
          <a:off x="0" y="0"/>
          <a:ext cx="0" cy="0"/>
          <a:chOff x="0" y="0"/>
          <a:chExt cx="0" cy="0"/>
        </a:xfrm>
      </p:grpSpPr>
      <p:sp>
        <p:nvSpPr>
          <p:cNvPr id="14" name="Title Placeholder 7"/>
          <p:cNvSpPr>
            <a:spLocks noGrp="1"/>
          </p:cNvSpPr>
          <p:nvPr>
            <p:ph type="title"/>
          </p:nvPr>
        </p:nvSpPr>
        <p:spPr>
          <a:xfrm>
            <a:off x="628568" y="4323522"/>
            <a:ext cx="7886864" cy="721244"/>
          </a:xfrm>
          <a:prstGeom prst="rect">
            <a:avLst/>
          </a:prstGeom>
        </p:spPr>
        <p:txBody>
          <a:bodyPr vert="horz" lIns="91440" tIns="45720" rIns="91440" bIns="45720" rtlCol="0" anchor="ctr">
            <a:normAutofit/>
          </a:bodyPr>
          <a:lstStyle>
            <a:lvl1pPr>
              <a:lnSpc>
                <a:spcPct val="100000"/>
              </a:lnSpc>
              <a:defRPr/>
            </a:lvl1pPr>
          </a:lstStyle>
          <a:p>
            <a:r>
              <a:rPr lang="en-US" dirty="0"/>
              <a:t>Title of presentation goes in this space</a:t>
            </a:r>
          </a:p>
        </p:txBody>
      </p:sp>
      <p:sp>
        <p:nvSpPr>
          <p:cNvPr id="15" name="Text Placeholder 15"/>
          <p:cNvSpPr>
            <a:spLocks noGrp="1"/>
          </p:cNvSpPr>
          <p:nvPr>
            <p:ph type="body" sz="quarter" idx="10" hasCustomPrompt="1"/>
          </p:nvPr>
        </p:nvSpPr>
        <p:spPr>
          <a:xfrm>
            <a:off x="628568" y="5347252"/>
            <a:ext cx="7886864" cy="565219"/>
          </a:xfrm>
          <a:prstGeom prst="rect">
            <a:avLst/>
          </a:prstGeom>
        </p:spPr>
        <p:txBody>
          <a:bodyPr anchor="b" anchorCtr="0"/>
          <a:lstStyle>
            <a:lvl1pPr marL="0" indent="0" algn="ctr">
              <a:buFontTx/>
              <a:buNone/>
              <a:defRPr sz="1050" baseline="0">
                <a:solidFill>
                  <a:schemeClr val="tx2"/>
                </a:solidFill>
              </a:defRPr>
            </a:lvl1pPr>
          </a:lstStyle>
          <a:p>
            <a:r>
              <a:rPr lang="en-US" sz="1125" dirty="0"/>
              <a:t>Presenter information</a:t>
            </a:r>
          </a:p>
        </p:txBody>
      </p:sp>
      <p:sp>
        <p:nvSpPr>
          <p:cNvPr id="3" name="Picture Placeholder 2"/>
          <p:cNvSpPr>
            <a:spLocks noGrp="1"/>
          </p:cNvSpPr>
          <p:nvPr>
            <p:ph type="pic" sz="quarter" idx="11"/>
          </p:nvPr>
        </p:nvSpPr>
        <p:spPr>
          <a:xfrm>
            <a:off x="0" y="0"/>
            <a:ext cx="3052960" cy="3365500"/>
          </a:xfrm>
          <a:prstGeom prst="rect">
            <a:avLst/>
          </a:prstGeom>
          <a:solidFill>
            <a:schemeClr val="bg1">
              <a:lumMod val="95000"/>
            </a:schemeClr>
          </a:solidFill>
        </p:spPr>
        <p:txBody>
          <a:bodyPr/>
          <a:lstStyle/>
          <a:p>
            <a:endParaRPr lang="en-US"/>
          </a:p>
        </p:txBody>
      </p:sp>
      <p:sp>
        <p:nvSpPr>
          <p:cNvPr id="5" name="Picture Placeholder 4"/>
          <p:cNvSpPr>
            <a:spLocks noGrp="1"/>
          </p:cNvSpPr>
          <p:nvPr>
            <p:ph type="pic" sz="quarter" idx="12"/>
          </p:nvPr>
        </p:nvSpPr>
        <p:spPr>
          <a:xfrm>
            <a:off x="3052961" y="0"/>
            <a:ext cx="3052960" cy="3365500"/>
          </a:xfrm>
          <a:prstGeom prst="rect">
            <a:avLst/>
          </a:prstGeom>
          <a:solidFill>
            <a:schemeClr val="bg1">
              <a:lumMod val="95000"/>
            </a:schemeClr>
          </a:solidFill>
        </p:spPr>
        <p:txBody>
          <a:bodyPr/>
          <a:lstStyle/>
          <a:p>
            <a:endParaRPr lang="en-US"/>
          </a:p>
        </p:txBody>
      </p:sp>
      <p:sp>
        <p:nvSpPr>
          <p:cNvPr id="12" name="Picture Placeholder 11"/>
          <p:cNvSpPr>
            <a:spLocks noGrp="1"/>
          </p:cNvSpPr>
          <p:nvPr>
            <p:ph type="pic" sz="quarter" idx="13"/>
          </p:nvPr>
        </p:nvSpPr>
        <p:spPr>
          <a:xfrm>
            <a:off x="6105921" y="0"/>
            <a:ext cx="3037484" cy="3365500"/>
          </a:xfrm>
          <a:prstGeom prst="rect">
            <a:avLst/>
          </a:prstGeom>
          <a:solidFill>
            <a:schemeClr val="bg1">
              <a:lumMod val="95000"/>
            </a:schemeClr>
          </a:solidFill>
        </p:spPr>
        <p:txBody>
          <a:bodyPr/>
          <a:lstStyle/>
          <a:p>
            <a:endParaRPr lang="en-US"/>
          </a:p>
        </p:txBody>
      </p:sp>
      <p:sp>
        <p:nvSpPr>
          <p:cNvPr id="10"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r>
              <a:rPr lang="en-US"/>
              <a:t>  |   Copyright © 2017 Kaiser Foundation Health Plan, Inc.</a:t>
            </a:r>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891453" y="6337910"/>
            <a:ext cx="2019300" cy="2286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Photo Bottom 1">
    <p:spTree>
      <p:nvGrpSpPr>
        <p:cNvPr id="1" name=""/>
        <p:cNvGrpSpPr/>
        <p:nvPr/>
      </p:nvGrpSpPr>
      <p:grpSpPr>
        <a:xfrm>
          <a:off x="0" y="0"/>
          <a:ext cx="0" cy="0"/>
          <a:chOff x="0" y="0"/>
          <a:chExt cx="0" cy="0"/>
        </a:xfrm>
      </p:grpSpPr>
      <p:sp>
        <p:nvSpPr>
          <p:cNvPr id="9" name="Title Placeholder 7"/>
          <p:cNvSpPr>
            <a:spLocks noGrp="1"/>
          </p:cNvSpPr>
          <p:nvPr>
            <p:ph type="title"/>
          </p:nvPr>
        </p:nvSpPr>
        <p:spPr>
          <a:xfrm>
            <a:off x="628568" y="1060790"/>
            <a:ext cx="7886864" cy="721244"/>
          </a:xfrm>
          <a:prstGeom prst="rect">
            <a:avLst/>
          </a:prstGeom>
        </p:spPr>
        <p:txBody>
          <a:bodyPr vert="horz" lIns="91440" tIns="45720" rIns="91440" bIns="45720" rtlCol="0" anchor="ctr" anchorCtr="0">
            <a:normAutofit/>
          </a:bodyPr>
          <a:lstStyle>
            <a:lvl1pPr algn="l">
              <a:lnSpc>
                <a:spcPct val="100000"/>
              </a:lnSpc>
              <a:defRPr sz="1950"/>
            </a:lvl1pPr>
          </a:lstStyle>
          <a:p>
            <a:r>
              <a:rPr lang="en-US" dirty="0"/>
              <a:t>Title of presentation goes in this space</a:t>
            </a:r>
          </a:p>
        </p:txBody>
      </p:sp>
      <p:sp>
        <p:nvSpPr>
          <p:cNvPr id="10" name="Text Placeholder 15"/>
          <p:cNvSpPr>
            <a:spLocks noGrp="1"/>
          </p:cNvSpPr>
          <p:nvPr>
            <p:ph type="body" sz="quarter" idx="10" hasCustomPrompt="1"/>
          </p:nvPr>
        </p:nvSpPr>
        <p:spPr>
          <a:xfrm>
            <a:off x="628568" y="1782034"/>
            <a:ext cx="7886864" cy="413202"/>
          </a:xfrm>
          <a:prstGeom prst="rect">
            <a:avLst/>
          </a:prstGeom>
        </p:spPr>
        <p:txBody>
          <a:bodyPr anchor="b" anchorCtr="0"/>
          <a:lstStyle>
            <a:lvl1pPr marL="0" indent="0" algn="l">
              <a:buFontTx/>
              <a:buNone/>
              <a:defRPr sz="1050" baseline="0">
                <a:solidFill>
                  <a:schemeClr val="tx2"/>
                </a:solidFill>
              </a:defRPr>
            </a:lvl1pPr>
          </a:lstStyle>
          <a:p>
            <a:r>
              <a:rPr lang="en-US" sz="1125" dirty="0"/>
              <a:t>Presenter information</a:t>
            </a:r>
          </a:p>
        </p:txBody>
      </p:sp>
      <p:pic>
        <p:nvPicPr>
          <p:cNvPr id="11" name="Picture 10"/>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14489" y="360453"/>
            <a:ext cx="1721421" cy="259871"/>
          </a:xfrm>
          <a:prstGeom prst="rect">
            <a:avLst/>
          </a:prstGeom>
        </p:spPr>
      </p:pic>
      <p:sp>
        <p:nvSpPr>
          <p:cNvPr id="3" name="Picture Placeholder 2"/>
          <p:cNvSpPr>
            <a:spLocks noGrp="1"/>
          </p:cNvSpPr>
          <p:nvPr>
            <p:ph type="pic" sz="quarter" idx="11"/>
          </p:nvPr>
        </p:nvSpPr>
        <p:spPr>
          <a:xfrm>
            <a:off x="7453" y="2305050"/>
            <a:ext cx="9143405" cy="4579397"/>
          </a:xfrm>
          <a:prstGeom prst="rect">
            <a:avLst/>
          </a:prstGeom>
          <a:solidFill>
            <a:schemeClr val="bg1">
              <a:lumMod val="95000"/>
            </a:schemeClr>
          </a:solidFill>
        </p:spPr>
        <p:txBody>
          <a:bodyPr wrap="square">
            <a:noAutofit/>
          </a:bodyPr>
          <a:lstStyle/>
          <a:p>
            <a:endParaRPr lang="en-US"/>
          </a:p>
        </p:txBody>
      </p:sp>
      <p:sp>
        <p:nvSpPr>
          <p:cNvPr id="7"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r>
              <a:rPr lang="en-US"/>
              <a:t>  |   Copyright © 2017 Kaiser Foundation Health Plan, Inc.</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Photo Bottom 2">
    <p:spTree>
      <p:nvGrpSpPr>
        <p:cNvPr id="1" name=""/>
        <p:cNvGrpSpPr/>
        <p:nvPr/>
      </p:nvGrpSpPr>
      <p:grpSpPr>
        <a:xfrm>
          <a:off x="0" y="0"/>
          <a:ext cx="0" cy="0"/>
          <a:chOff x="0" y="0"/>
          <a:chExt cx="0" cy="0"/>
        </a:xfrm>
      </p:grpSpPr>
      <p:sp>
        <p:nvSpPr>
          <p:cNvPr id="13" name="Slide Number Placeholder 5"/>
          <p:cNvSpPr>
            <a:spLocks noGrp="1"/>
          </p:cNvSpPr>
          <p:nvPr>
            <p:ph type="sldNum" sz="quarter" idx="4"/>
          </p:nvPr>
        </p:nvSpPr>
        <p:spPr>
          <a:xfrm>
            <a:off x="229779" y="6589128"/>
            <a:ext cx="4437258" cy="268873"/>
          </a:xfrm>
          <a:prstGeom prst="rect">
            <a:avLst/>
          </a:prstGeom>
        </p:spPr>
        <p:txBody>
          <a:bodyPr vert="horz" lIns="91440" tIns="45720" rIns="91440" bIns="45720" rtlCol="0" anchor="ctr"/>
          <a:lstStyle>
            <a:lvl1pPr algn="l">
              <a:defRPr sz="750">
                <a:solidFill>
                  <a:schemeClr val="tx1">
                    <a:tint val="75000"/>
                  </a:schemeClr>
                </a:solidFill>
              </a:defRPr>
            </a:lvl1pPr>
          </a:lstStyle>
          <a:p>
            <a:fld id="{37856311-FCBD-DE47-A7A5-5FEB27551E75}" type="slidenum">
              <a:rPr lang="en-US" smtClean="0"/>
              <a:pPr/>
              <a:t>‹#›</a:t>
            </a:fld>
            <a:r>
              <a:rPr lang="en-US"/>
              <a:t>   |   Copyright © 2017 Kaiser Foundation Health Plan, Inc. </a:t>
            </a:r>
          </a:p>
          <a:p>
            <a:pPr fontAlgn="t"/>
            <a:endParaRPr lang="en-US"/>
          </a:p>
        </p:txBody>
      </p:sp>
      <p:sp>
        <p:nvSpPr>
          <p:cNvPr id="16" name="Rectangle 15"/>
          <p:cNvSpPr/>
          <p:nvPr userDrawn="1"/>
        </p:nvSpPr>
        <p:spPr>
          <a:xfrm>
            <a:off x="9033493" y="343555"/>
            <a:ext cx="110507" cy="377690"/>
          </a:xfrm>
          <a:prstGeom prst="rect">
            <a:avLst/>
          </a:prstGeom>
          <a:solidFill>
            <a:srgbClr val="92C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17" name="Text Placeholder 15"/>
          <p:cNvSpPr>
            <a:spLocks noGrp="1"/>
          </p:cNvSpPr>
          <p:nvPr>
            <p:ph type="body" sz="quarter" idx="11" hasCustomPrompt="1"/>
          </p:nvPr>
        </p:nvSpPr>
        <p:spPr>
          <a:xfrm>
            <a:off x="5068297" y="343555"/>
            <a:ext cx="3864524" cy="377690"/>
          </a:xfrm>
          <a:prstGeom prst="rect">
            <a:avLst/>
          </a:prstGeom>
        </p:spPr>
        <p:txBody>
          <a:bodyPr anchor="ctr" anchorCtr="0"/>
          <a:lstStyle>
            <a:lvl1pPr marL="0" indent="0" algn="r">
              <a:buFontTx/>
              <a:buNone/>
              <a:defRPr sz="1050" baseline="0">
                <a:solidFill>
                  <a:schemeClr val="tx2"/>
                </a:solidFill>
              </a:defRPr>
            </a:lvl1pPr>
          </a:lstStyle>
          <a:p>
            <a:r>
              <a:rPr lang="en-US" sz="1125" dirty="0"/>
              <a:t>Identifier</a:t>
            </a:r>
          </a:p>
        </p:txBody>
      </p:sp>
      <p:pic>
        <p:nvPicPr>
          <p:cNvPr id="18" name="Picture 17"/>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14489" y="360453"/>
            <a:ext cx="1721421" cy="259871"/>
          </a:xfrm>
          <a:prstGeom prst="rect">
            <a:avLst/>
          </a:prstGeom>
        </p:spPr>
      </p:pic>
      <p:sp>
        <p:nvSpPr>
          <p:cNvPr id="19" name="Picture Placeholder 2"/>
          <p:cNvSpPr>
            <a:spLocks noGrp="1"/>
          </p:cNvSpPr>
          <p:nvPr>
            <p:ph type="pic" sz="quarter" idx="12"/>
          </p:nvPr>
        </p:nvSpPr>
        <p:spPr>
          <a:xfrm>
            <a:off x="7453" y="2305050"/>
            <a:ext cx="9143405" cy="4579397"/>
          </a:xfrm>
          <a:prstGeom prst="rect">
            <a:avLst/>
          </a:prstGeom>
          <a:solidFill>
            <a:schemeClr val="bg1">
              <a:lumMod val="95000"/>
            </a:schemeClr>
          </a:solidFill>
        </p:spPr>
        <p:txBody>
          <a:bodyPr wrap="square">
            <a:noAutofit/>
          </a:bodyPr>
          <a:lstStyle/>
          <a:p>
            <a:endParaRPr lang="en-US"/>
          </a:p>
        </p:txBody>
      </p:sp>
      <p:sp>
        <p:nvSpPr>
          <p:cNvPr id="22" name="Title Placeholder 7"/>
          <p:cNvSpPr>
            <a:spLocks noGrp="1"/>
          </p:cNvSpPr>
          <p:nvPr>
            <p:ph type="title"/>
          </p:nvPr>
        </p:nvSpPr>
        <p:spPr>
          <a:xfrm>
            <a:off x="628568" y="1060790"/>
            <a:ext cx="7886864" cy="721244"/>
          </a:xfrm>
          <a:prstGeom prst="rect">
            <a:avLst/>
          </a:prstGeom>
        </p:spPr>
        <p:txBody>
          <a:bodyPr vert="horz" lIns="91440" tIns="45720" rIns="91440" bIns="45720" rtlCol="0" anchor="ctr" anchorCtr="0">
            <a:normAutofit/>
          </a:bodyPr>
          <a:lstStyle>
            <a:lvl1pPr algn="l">
              <a:lnSpc>
                <a:spcPct val="100000"/>
              </a:lnSpc>
              <a:defRPr sz="1950"/>
            </a:lvl1pPr>
          </a:lstStyle>
          <a:p>
            <a:r>
              <a:rPr lang="en-US" dirty="0"/>
              <a:t>Title of presentation goes in this space</a:t>
            </a:r>
          </a:p>
        </p:txBody>
      </p:sp>
      <p:sp>
        <p:nvSpPr>
          <p:cNvPr id="23" name="Text Placeholder 15"/>
          <p:cNvSpPr>
            <a:spLocks noGrp="1"/>
          </p:cNvSpPr>
          <p:nvPr>
            <p:ph type="body" sz="quarter" idx="10" hasCustomPrompt="1"/>
          </p:nvPr>
        </p:nvSpPr>
        <p:spPr>
          <a:xfrm>
            <a:off x="628568" y="1782034"/>
            <a:ext cx="7886864" cy="413202"/>
          </a:xfrm>
          <a:prstGeom prst="rect">
            <a:avLst/>
          </a:prstGeom>
        </p:spPr>
        <p:txBody>
          <a:bodyPr anchor="b" anchorCtr="0"/>
          <a:lstStyle>
            <a:lvl1pPr marL="0" indent="0" algn="l">
              <a:buFontTx/>
              <a:buNone/>
              <a:defRPr sz="1050" baseline="0">
                <a:solidFill>
                  <a:schemeClr val="tx2"/>
                </a:solidFill>
              </a:defRPr>
            </a:lvl1pPr>
          </a:lstStyle>
          <a:p>
            <a:r>
              <a:rPr lang="en-US" sz="1125" dirty="0"/>
              <a:t>Presenter information</a:t>
            </a:r>
          </a:p>
        </p:txBody>
      </p:sp>
      <p:sp>
        <p:nvSpPr>
          <p:cNvPr id="9" name="Slide Number Placeholder 8"/>
          <p:cNvSpPr txBox="1">
            <a:spLocks/>
          </p:cNvSpPr>
          <p:nvPr userDrawn="1"/>
        </p:nvSpPr>
        <p:spPr>
          <a:xfrm>
            <a:off x="245962" y="6381474"/>
            <a:ext cx="6089409" cy="365125"/>
          </a:xfrm>
          <a:prstGeom prst="rect">
            <a:avLst/>
          </a:prstGeom>
        </p:spPr>
        <p:txBody>
          <a:bodyPr vert="horz" lIns="34286" tIns="17143" rIns="34286" bIns="17143" rtlCol="0" anchor="b" anchorCtr="0"/>
          <a:lstStyle>
            <a:defPPr>
              <a:defRPr lang="en-US"/>
            </a:defPPr>
            <a:lvl1pPr marL="0" algn="l" defTabSz="1828891" rtl="0" eaLnBrk="1" latinLnBrk="0" hangingPunct="1">
              <a:defRPr sz="2000" kern="1200">
                <a:solidFill>
                  <a:schemeClr val="tx1">
                    <a:tint val="75000"/>
                  </a:schemeClr>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fld id="{8C8B385D-DF67-E241-B0BF-76B80A8E743B}" type="slidenum">
              <a:rPr lang="en-US" sz="1000" smtClean="0"/>
              <a:pPr/>
              <a:t>‹#›</a:t>
            </a:fld>
            <a:r>
              <a:rPr lang="en-US" sz="1000" dirty="0"/>
              <a:t>  |   Copyright © 2017 Kaiser Foundation Health Plan, Inc.</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Bottom Side">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4572000" y="0"/>
            <a:ext cx="4572000" cy="6000750"/>
          </a:xfrm>
          <a:prstGeom prst="rect">
            <a:avLst/>
          </a:prstGeom>
          <a:solidFill>
            <a:schemeClr val="bg1">
              <a:lumMod val="95000"/>
            </a:schemeClr>
          </a:solidFill>
        </p:spPr>
        <p:txBody>
          <a:bodyPr/>
          <a:lstStyle/>
          <a:p>
            <a:endParaRPr lang="en-US"/>
          </a:p>
        </p:txBody>
      </p:sp>
      <p:sp>
        <p:nvSpPr>
          <p:cNvPr id="9" name="Rectangle 8"/>
          <p:cNvSpPr/>
          <p:nvPr userDrawn="1"/>
        </p:nvSpPr>
        <p:spPr>
          <a:xfrm>
            <a:off x="0" y="0"/>
            <a:ext cx="4572000" cy="6000750"/>
          </a:xfrm>
          <a:prstGeom prst="rect">
            <a:avLst/>
          </a:prstGeom>
          <a:solidFill>
            <a:schemeClr val="accent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14" name="Title Placeholder 7"/>
          <p:cNvSpPr>
            <a:spLocks noGrp="1"/>
          </p:cNvSpPr>
          <p:nvPr>
            <p:ph type="title" hasCustomPrompt="1"/>
          </p:nvPr>
        </p:nvSpPr>
        <p:spPr>
          <a:xfrm>
            <a:off x="628568" y="2111408"/>
            <a:ext cx="3590044" cy="2051119"/>
          </a:xfrm>
          <a:prstGeom prst="rect">
            <a:avLst/>
          </a:prstGeom>
        </p:spPr>
        <p:txBody>
          <a:bodyPr vert="horz" lIns="91440" tIns="45720" rIns="91440" bIns="45720" rtlCol="0" anchor="ctr">
            <a:noAutofit/>
          </a:bodyPr>
          <a:lstStyle>
            <a:lvl1pPr algn="l">
              <a:lnSpc>
                <a:spcPct val="100000"/>
              </a:lnSpc>
              <a:defRPr>
                <a:solidFill>
                  <a:schemeClr val="bg1"/>
                </a:solidFill>
              </a:defRPr>
            </a:lvl1pPr>
          </a:lstStyle>
          <a:p>
            <a:r>
              <a:rPr lang="en-US" dirty="0"/>
              <a:t>Title of presentation goes in this space and can go multiple lines</a:t>
            </a:r>
          </a:p>
        </p:txBody>
      </p:sp>
      <p:sp>
        <p:nvSpPr>
          <p:cNvPr id="15" name="Text Placeholder 15"/>
          <p:cNvSpPr>
            <a:spLocks noGrp="1"/>
          </p:cNvSpPr>
          <p:nvPr>
            <p:ph type="body" sz="quarter" idx="10" hasCustomPrompt="1"/>
          </p:nvPr>
        </p:nvSpPr>
        <p:spPr>
          <a:xfrm>
            <a:off x="628568" y="4969565"/>
            <a:ext cx="3694391" cy="942906"/>
          </a:xfrm>
          <a:prstGeom prst="rect">
            <a:avLst/>
          </a:prstGeom>
        </p:spPr>
        <p:txBody>
          <a:bodyPr anchor="b" anchorCtr="0"/>
          <a:lstStyle>
            <a:lvl1pPr marL="0" indent="0" algn="l">
              <a:buFontTx/>
              <a:buNone/>
              <a:defRPr sz="1050" baseline="0">
                <a:solidFill>
                  <a:schemeClr val="bg1"/>
                </a:solidFill>
              </a:defRPr>
            </a:lvl1pPr>
          </a:lstStyle>
          <a:p>
            <a:r>
              <a:rPr lang="en-US" sz="1125" dirty="0"/>
              <a:t>Presenter information</a:t>
            </a:r>
          </a:p>
        </p:txBody>
      </p:sp>
      <p:sp>
        <p:nvSpPr>
          <p:cNvPr id="7"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r>
              <a:rPr lang="en-US"/>
              <a:t>  |   Copyright © 2017 Kaiser Foundation Health Plan, Inc.</a:t>
            </a:r>
          </a:p>
        </p:txBody>
      </p:sp>
      <p:pic>
        <p:nvPicPr>
          <p:cNvPr id="10" name="Picture 9"/>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891453" y="6337910"/>
            <a:ext cx="2019300" cy="2286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ansition_1">
    <p:spTree>
      <p:nvGrpSpPr>
        <p:cNvPr id="1" name=""/>
        <p:cNvGrpSpPr/>
        <p:nvPr/>
      </p:nvGrpSpPr>
      <p:grpSpPr>
        <a:xfrm>
          <a:off x="0" y="0"/>
          <a:ext cx="0" cy="0"/>
          <a:chOff x="0" y="0"/>
          <a:chExt cx="0" cy="0"/>
        </a:xfrm>
      </p:grpSpPr>
      <p:sp>
        <p:nvSpPr>
          <p:cNvPr id="12" name="Title Placeholder 7"/>
          <p:cNvSpPr>
            <a:spLocks noGrp="1"/>
          </p:cNvSpPr>
          <p:nvPr>
            <p:ph type="title" hasCustomPrompt="1"/>
          </p:nvPr>
        </p:nvSpPr>
        <p:spPr>
          <a:xfrm>
            <a:off x="628569" y="2780143"/>
            <a:ext cx="6511767" cy="721244"/>
          </a:xfrm>
          <a:prstGeom prst="rect">
            <a:avLst/>
          </a:prstGeom>
        </p:spPr>
        <p:txBody>
          <a:bodyPr vert="horz" lIns="91440" tIns="45720" rIns="91440" bIns="45720" rtlCol="0" anchor="ctr" anchorCtr="0">
            <a:noAutofit/>
          </a:bodyPr>
          <a:lstStyle>
            <a:lvl1pPr algn="l">
              <a:lnSpc>
                <a:spcPct val="100000"/>
              </a:lnSpc>
              <a:defRPr b="1" baseline="0"/>
            </a:lvl1pPr>
          </a:lstStyle>
          <a:p>
            <a:r>
              <a:rPr lang="en-US" dirty="0"/>
              <a:t>A LARGE BOLD STATEMENT GOES HERE AND CAN GO UP TO TWO LINES AND COLOR FOR EMPHASIS</a:t>
            </a:r>
          </a:p>
        </p:txBody>
      </p:sp>
      <p:sp>
        <p:nvSpPr>
          <p:cNvPr id="2" name="Slide Number Placeholder 1"/>
          <p:cNvSpPr>
            <a:spLocks noGrp="1"/>
          </p:cNvSpPr>
          <p:nvPr>
            <p:ph type="sldNum" sz="quarter" idx="10"/>
          </p:nvPr>
        </p:nvSpPr>
        <p:spPr/>
        <p:txBody>
          <a:bodyPr/>
          <a:lstStyle/>
          <a:p>
            <a:fld id="{8C8B385D-DF67-E241-B0BF-76B80A8E743B}" type="slidenum">
              <a:rPr lang="en-US" smtClean="0"/>
              <a:pPr/>
              <a:t>‹#›</a:t>
            </a:fld>
            <a:r>
              <a:rPr lang="en-US"/>
              <a:t>  |   Copyright © 2017 Kaiser Foundation Health Plan, Inc.</a:t>
            </a:r>
          </a:p>
        </p:txBody>
      </p:sp>
      <p:sp>
        <p:nvSpPr>
          <p:cNvPr id="5" name="Rectangle 4"/>
          <p:cNvSpPr/>
          <p:nvPr userDrawn="1"/>
        </p:nvSpPr>
        <p:spPr>
          <a:xfrm>
            <a:off x="0" y="3429000"/>
            <a:ext cx="67447"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6" name="Rectangle 5"/>
          <p:cNvSpPr/>
          <p:nvPr userDrawn="1"/>
        </p:nvSpPr>
        <p:spPr>
          <a:xfrm>
            <a:off x="0" y="0"/>
            <a:ext cx="67447" cy="3429000"/>
          </a:xfrm>
          <a:prstGeom prst="rect">
            <a:avLst/>
          </a:prstGeom>
          <a:solidFill>
            <a:srgbClr val="92C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ransition_2">
    <p:spTree>
      <p:nvGrpSpPr>
        <p:cNvPr id="1" name=""/>
        <p:cNvGrpSpPr/>
        <p:nvPr/>
      </p:nvGrpSpPr>
      <p:grpSpPr>
        <a:xfrm>
          <a:off x="0" y="0"/>
          <a:ext cx="0" cy="0"/>
          <a:chOff x="0" y="0"/>
          <a:chExt cx="0" cy="0"/>
        </a:xfrm>
      </p:grpSpPr>
      <p:sp>
        <p:nvSpPr>
          <p:cNvPr id="3" name="Rectangle 2"/>
          <p:cNvSpPr/>
          <p:nvPr userDrawn="1"/>
        </p:nvSpPr>
        <p:spPr>
          <a:xfrm>
            <a:off x="0" y="2156792"/>
            <a:ext cx="9144000" cy="22661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solidFill>
                <a:schemeClr val="bg1"/>
              </a:solidFill>
            </a:endParaRPr>
          </a:p>
        </p:txBody>
      </p:sp>
      <p:sp>
        <p:nvSpPr>
          <p:cNvPr id="12" name="Title Placeholder 7"/>
          <p:cNvSpPr>
            <a:spLocks noGrp="1"/>
          </p:cNvSpPr>
          <p:nvPr>
            <p:ph type="title" hasCustomPrompt="1"/>
          </p:nvPr>
        </p:nvSpPr>
        <p:spPr>
          <a:xfrm>
            <a:off x="628569" y="2929230"/>
            <a:ext cx="6511767" cy="721244"/>
          </a:xfrm>
          <a:prstGeom prst="rect">
            <a:avLst/>
          </a:prstGeom>
        </p:spPr>
        <p:txBody>
          <a:bodyPr vert="horz" lIns="91440" tIns="45720" rIns="91440" bIns="45720" rtlCol="0" anchor="ctr" anchorCtr="0">
            <a:noAutofit/>
          </a:bodyPr>
          <a:lstStyle>
            <a:lvl1pPr algn="l">
              <a:lnSpc>
                <a:spcPct val="100000"/>
              </a:lnSpc>
              <a:defRPr b="1" baseline="0">
                <a:solidFill>
                  <a:schemeClr val="bg1"/>
                </a:solidFill>
              </a:defRPr>
            </a:lvl1pPr>
          </a:lstStyle>
          <a:p>
            <a:r>
              <a:rPr lang="en-US" dirty="0"/>
              <a:t>A LARGE BOLD STATEMENT GOES HERE AND CAN GO UP TO TWO LINES AND COLOR FOR EMPHASIS</a:t>
            </a:r>
          </a:p>
        </p:txBody>
      </p:sp>
      <p:sp>
        <p:nvSpPr>
          <p:cNvPr id="2" name="Slide Number Placeholder 1"/>
          <p:cNvSpPr>
            <a:spLocks noGrp="1"/>
          </p:cNvSpPr>
          <p:nvPr>
            <p:ph type="sldNum" sz="quarter" idx="10"/>
          </p:nvPr>
        </p:nvSpPr>
        <p:spPr/>
        <p:txBody>
          <a:bodyPr/>
          <a:lstStyle/>
          <a:p>
            <a:fld id="{8C8B385D-DF67-E241-B0BF-76B80A8E743B}" type="slidenum">
              <a:rPr lang="en-US" smtClean="0"/>
              <a:pPr/>
              <a:t>‹#›</a:t>
            </a:fld>
            <a:r>
              <a:rPr lang="en-US" dirty="0"/>
              <a:t>  |   Copyright © 2017 Kaiser Foundation Health Plan, Inc.</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ansition_3">
    <p:spTree>
      <p:nvGrpSpPr>
        <p:cNvPr id="1" name=""/>
        <p:cNvGrpSpPr/>
        <p:nvPr/>
      </p:nvGrpSpPr>
      <p:grpSpPr>
        <a:xfrm>
          <a:off x="0" y="0"/>
          <a:ext cx="0" cy="0"/>
          <a:chOff x="0" y="0"/>
          <a:chExt cx="0" cy="0"/>
        </a:xfrm>
      </p:grpSpPr>
      <p:sp>
        <p:nvSpPr>
          <p:cNvPr id="10" name="Rectangle 9"/>
          <p:cNvSpPr/>
          <p:nvPr userDrawn="1"/>
        </p:nvSpPr>
        <p:spPr>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12" name="Title Placeholder 7"/>
          <p:cNvSpPr>
            <a:spLocks noGrp="1"/>
          </p:cNvSpPr>
          <p:nvPr>
            <p:ph type="title" hasCustomPrompt="1"/>
          </p:nvPr>
        </p:nvSpPr>
        <p:spPr>
          <a:xfrm>
            <a:off x="628569" y="2780143"/>
            <a:ext cx="6511767" cy="721244"/>
          </a:xfrm>
          <a:prstGeom prst="rect">
            <a:avLst/>
          </a:prstGeom>
        </p:spPr>
        <p:txBody>
          <a:bodyPr vert="horz" lIns="91440" tIns="45720" rIns="91440" bIns="45720" rtlCol="0" anchor="b" anchorCtr="0">
            <a:noAutofit/>
          </a:bodyPr>
          <a:lstStyle>
            <a:lvl1pPr algn="l">
              <a:lnSpc>
                <a:spcPct val="100000"/>
              </a:lnSpc>
              <a:defRPr b="1" baseline="0">
                <a:solidFill>
                  <a:schemeClr val="accent1">
                    <a:lumMod val="20000"/>
                    <a:lumOff val="80000"/>
                  </a:schemeClr>
                </a:solidFill>
              </a:defRPr>
            </a:lvl1pPr>
          </a:lstStyle>
          <a:p>
            <a:r>
              <a:rPr lang="en-US" dirty="0"/>
              <a:t>A LARGE BOLD STATEMENT GOES HERE AND CAN GO UP TO TWO LINES AND COLOR FOR EMPHASIS</a:t>
            </a:r>
          </a:p>
        </p:txBody>
      </p:sp>
      <p:sp>
        <p:nvSpPr>
          <p:cNvPr id="5" name="Rectangle 4"/>
          <p:cNvSpPr/>
          <p:nvPr userDrawn="1"/>
        </p:nvSpPr>
        <p:spPr>
          <a:xfrm>
            <a:off x="0" y="3429000"/>
            <a:ext cx="67447"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6" name="Rectangle 5"/>
          <p:cNvSpPr/>
          <p:nvPr userDrawn="1"/>
        </p:nvSpPr>
        <p:spPr>
          <a:xfrm>
            <a:off x="0" y="0"/>
            <a:ext cx="67447" cy="3429000"/>
          </a:xfrm>
          <a:prstGeom prst="rect">
            <a:avLst/>
          </a:prstGeom>
          <a:solidFill>
            <a:srgbClr val="92C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ransition_4">
    <p:spTree>
      <p:nvGrpSpPr>
        <p:cNvPr id="1" name=""/>
        <p:cNvGrpSpPr/>
        <p:nvPr/>
      </p:nvGrpSpPr>
      <p:grpSpPr>
        <a:xfrm>
          <a:off x="0" y="0"/>
          <a:ext cx="0" cy="0"/>
          <a:chOff x="0" y="0"/>
          <a:chExt cx="0" cy="0"/>
        </a:xfrm>
      </p:grpSpPr>
      <p:sp>
        <p:nvSpPr>
          <p:cNvPr id="5" name="Rectangle 4"/>
          <p:cNvSpPr/>
          <p:nvPr userDrawn="1"/>
        </p:nvSpPr>
        <p:spPr>
          <a:xfrm>
            <a:off x="0" y="1671867"/>
            <a:ext cx="9144000" cy="35383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12" name="Title Placeholder 7"/>
          <p:cNvSpPr>
            <a:spLocks noGrp="1"/>
          </p:cNvSpPr>
          <p:nvPr>
            <p:ph type="title" hasCustomPrompt="1"/>
          </p:nvPr>
        </p:nvSpPr>
        <p:spPr>
          <a:xfrm>
            <a:off x="1414848" y="2920013"/>
            <a:ext cx="6314305" cy="978219"/>
          </a:xfrm>
          <a:prstGeom prst="rect">
            <a:avLst/>
          </a:prstGeom>
        </p:spPr>
        <p:txBody>
          <a:bodyPr vert="horz" lIns="91440" tIns="45720" rIns="91440" bIns="45720" rtlCol="0" anchor="ctr" anchorCtr="0">
            <a:noAutofit/>
          </a:bodyPr>
          <a:lstStyle>
            <a:lvl1pPr algn="ctr">
              <a:lnSpc>
                <a:spcPct val="100000"/>
              </a:lnSpc>
              <a:defRPr b="0" baseline="0">
                <a:solidFill>
                  <a:schemeClr val="bg1"/>
                </a:solidFill>
              </a:defRPr>
            </a:lvl1pPr>
          </a:lstStyle>
          <a:p>
            <a:r>
              <a:rPr lang="en-US" dirty="0"/>
              <a:t>“A slide for quotes or message that can be centered within the frame here. ”</a:t>
            </a:r>
          </a:p>
        </p:txBody>
      </p:sp>
      <p:sp>
        <p:nvSpPr>
          <p:cNvPr id="7" name="Text Placeholder 6"/>
          <p:cNvSpPr>
            <a:spLocks noGrp="1"/>
          </p:cNvSpPr>
          <p:nvPr>
            <p:ph type="body" sz="quarter" idx="10" hasCustomPrompt="1"/>
          </p:nvPr>
        </p:nvSpPr>
        <p:spPr>
          <a:xfrm>
            <a:off x="4096219" y="3898232"/>
            <a:ext cx="3632907" cy="385011"/>
          </a:xfrm>
          <a:prstGeom prst="rect">
            <a:avLst/>
          </a:prstGeom>
        </p:spPr>
        <p:txBody>
          <a:bodyPr anchor="ctr" anchorCtr="0"/>
          <a:lstStyle>
            <a:lvl1pPr marL="0" indent="0" algn="r">
              <a:buFontTx/>
              <a:buNone/>
              <a:defRPr sz="1050"/>
            </a:lvl1pPr>
            <a:lvl2pPr marL="171450" indent="0">
              <a:buFontTx/>
              <a:buNone/>
              <a:defRPr/>
            </a:lvl2pPr>
            <a:lvl3pPr marL="342900" indent="0">
              <a:buFontTx/>
              <a:buNone/>
              <a:defRPr/>
            </a:lvl3pPr>
            <a:lvl4pPr marL="514350" indent="0">
              <a:buFontTx/>
              <a:buNone/>
              <a:defRPr/>
            </a:lvl4pPr>
            <a:lvl5pPr marL="685800" indent="0">
              <a:buFontTx/>
              <a:buNone/>
              <a:defRPr/>
            </a:lvl5pPr>
          </a:lstStyle>
          <a:p>
            <a:r>
              <a:rPr lang="en-US" sz="1350" dirty="0">
                <a:solidFill>
                  <a:schemeClr val="accent1">
                    <a:lumMod val="20000"/>
                    <a:lumOff val="80000"/>
                  </a:schemeClr>
                </a:solidFill>
              </a:rPr>
              <a:t>- Use author name if quoting</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ransition_5">
    <p:spTree>
      <p:nvGrpSpPr>
        <p:cNvPr id="1" name=""/>
        <p:cNvGrpSpPr/>
        <p:nvPr/>
      </p:nvGrpSpPr>
      <p:grpSpPr>
        <a:xfrm>
          <a:off x="0" y="0"/>
          <a:ext cx="0" cy="0"/>
          <a:chOff x="0" y="0"/>
          <a:chExt cx="0" cy="0"/>
        </a:xfrm>
      </p:grpSpPr>
      <p:sp>
        <p:nvSpPr>
          <p:cNvPr id="10" name="Rectangle 9"/>
          <p:cNvSpPr/>
          <p:nvPr userDrawn="1"/>
        </p:nvSpPr>
        <p:spPr>
          <a:xfrm>
            <a:off x="0" y="4552950"/>
            <a:ext cx="9144000" cy="23050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12" name="Title Placeholder 7"/>
          <p:cNvSpPr>
            <a:spLocks noGrp="1"/>
          </p:cNvSpPr>
          <p:nvPr>
            <p:ph type="title" hasCustomPrompt="1"/>
          </p:nvPr>
        </p:nvSpPr>
        <p:spPr>
          <a:xfrm>
            <a:off x="628569" y="5210417"/>
            <a:ext cx="6511767" cy="721244"/>
          </a:xfrm>
          <a:prstGeom prst="rect">
            <a:avLst/>
          </a:prstGeom>
        </p:spPr>
        <p:txBody>
          <a:bodyPr vert="horz" lIns="91440" tIns="45720" rIns="91440" bIns="45720" rtlCol="0" anchor="b" anchorCtr="0">
            <a:noAutofit/>
          </a:bodyPr>
          <a:lstStyle>
            <a:lvl1pPr algn="l">
              <a:lnSpc>
                <a:spcPct val="100000"/>
              </a:lnSpc>
              <a:defRPr b="1" baseline="0">
                <a:solidFill>
                  <a:schemeClr val="accent1">
                    <a:lumMod val="20000"/>
                    <a:lumOff val="80000"/>
                  </a:schemeClr>
                </a:solidFill>
              </a:defRPr>
            </a:lvl1pPr>
          </a:lstStyle>
          <a:p>
            <a:r>
              <a:rPr lang="en-US" dirty="0"/>
              <a:t>A LARGE BOLD STATEMENT GOES HERE AND CAN GO UP TO TWO LINES AND COLOR FOR EMPHASIS</a:t>
            </a:r>
          </a:p>
        </p:txBody>
      </p:sp>
      <p:sp>
        <p:nvSpPr>
          <p:cNvPr id="7" name="Rectangle 6"/>
          <p:cNvSpPr/>
          <p:nvPr userDrawn="1"/>
        </p:nvSpPr>
        <p:spPr>
          <a:xfrm>
            <a:off x="0" y="5210417"/>
            <a:ext cx="229779" cy="721244"/>
          </a:xfrm>
          <a:prstGeom prst="rect">
            <a:avLst/>
          </a:prstGeom>
          <a:solidFill>
            <a:srgbClr val="92C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4" name="Picture Placeholder 3"/>
          <p:cNvSpPr>
            <a:spLocks noGrp="1"/>
          </p:cNvSpPr>
          <p:nvPr>
            <p:ph type="pic" sz="quarter" idx="10"/>
          </p:nvPr>
        </p:nvSpPr>
        <p:spPr>
          <a:xfrm>
            <a:off x="0" y="0"/>
            <a:ext cx="9144000" cy="4552950"/>
          </a:xfrm>
          <a:prstGeom prst="rect">
            <a:avLst/>
          </a:prstGeom>
          <a:solidFill>
            <a:schemeClr val="bg1">
              <a:lumMod val="95000"/>
            </a:schemeClr>
          </a:solidFill>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Family symbol">
    <p:spTree>
      <p:nvGrpSpPr>
        <p:cNvPr id="1" name=""/>
        <p:cNvGrpSpPr/>
        <p:nvPr/>
      </p:nvGrpSpPr>
      <p:grpSpPr>
        <a:xfrm>
          <a:off x="0" y="0"/>
          <a:ext cx="0" cy="0"/>
          <a:chOff x="0" y="0"/>
          <a:chExt cx="0" cy="0"/>
        </a:xfrm>
      </p:grpSpPr>
      <p:sp>
        <p:nvSpPr>
          <p:cNvPr id="5" name="Rectangle 4"/>
          <p:cNvSpPr/>
          <p:nvPr userDrawn="1"/>
        </p:nvSpPr>
        <p:spPr>
          <a:xfrm>
            <a:off x="0" y="1"/>
            <a:ext cx="9144000" cy="6090249"/>
          </a:xfrm>
          <a:prstGeom prst="rect">
            <a:avLst/>
          </a:prstGeom>
          <a:gradFill flip="none" rotWithShape="1">
            <a:gsLst>
              <a:gs pos="0">
                <a:schemeClr val="accent1"/>
              </a:gs>
              <a:gs pos="100000">
                <a:schemeClr val="tx2"/>
              </a:gs>
            </a:gsLst>
            <a:lin ang="0" scaled="0"/>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pic>
        <p:nvPicPr>
          <p:cNvPr id="14" name="Picture 1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00844" y="0"/>
            <a:ext cx="11344843" cy="6381474"/>
          </a:xfrm>
          <a:prstGeom prst="rect">
            <a:avLst/>
          </a:prstGeom>
        </p:spPr>
      </p:pic>
      <p:sp>
        <p:nvSpPr>
          <p:cNvPr id="12" name="Title Placeholder 7"/>
          <p:cNvSpPr>
            <a:spLocks noGrp="1"/>
          </p:cNvSpPr>
          <p:nvPr>
            <p:ph type="title"/>
          </p:nvPr>
        </p:nvSpPr>
        <p:spPr>
          <a:xfrm>
            <a:off x="628568" y="2199737"/>
            <a:ext cx="7886864" cy="1690776"/>
          </a:xfrm>
          <a:prstGeom prst="rect">
            <a:avLst/>
          </a:prstGeom>
        </p:spPr>
        <p:txBody>
          <a:bodyPr vert="horz" lIns="91440" tIns="45720" rIns="91440" bIns="45720" rtlCol="0" anchor="ctr">
            <a:noAutofit/>
          </a:bodyPr>
          <a:lstStyle/>
          <a:p>
            <a:r>
              <a:rPr lang="en-US" dirty="0"/>
              <a:t>Title of presentation goes in this space</a:t>
            </a:r>
          </a:p>
        </p:txBody>
      </p:sp>
      <p:sp>
        <p:nvSpPr>
          <p:cNvPr id="16" name="Text Placeholder 15"/>
          <p:cNvSpPr>
            <a:spLocks noGrp="1"/>
          </p:cNvSpPr>
          <p:nvPr>
            <p:ph type="body" sz="quarter" idx="10" hasCustomPrompt="1"/>
          </p:nvPr>
        </p:nvSpPr>
        <p:spPr>
          <a:xfrm>
            <a:off x="628568" y="4684144"/>
            <a:ext cx="5568704" cy="1155940"/>
          </a:xfrm>
          <a:prstGeom prst="rect">
            <a:avLst/>
          </a:prstGeom>
        </p:spPr>
        <p:txBody>
          <a:bodyPr anchor="b" anchorCtr="0"/>
          <a:lstStyle>
            <a:lvl1pPr marL="0" indent="0">
              <a:buFontTx/>
              <a:buNone/>
              <a:defRPr sz="1050" baseline="0">
                <a:solidFill>
                  <a:schemeClr val="bg1"/>
                </a:solidFill>
              </a:defRPr>
            </a:lvl1pPr>
          </a:lstStyle>
          <a:p>
            <a:r>
              <a:rPr lang="en-US" sz="1125" dirty="0"/>
              <a:t>Presenter information</a:t>
            </a:r>
          </a:p>
        </p:txBody>
      </p:sp>
      <p:sp>
        <p:nvSpPr>
          <p:cNvPr id="6" name="Slide Number Placeholder 1"/>
          <p:cNvSpPr>
            <a:spLocks noGrp="1"/>
          </p:cNvSpPr>
          <p:nvPr>
            <p:ph type="sldNum" sz="quarter" idx="11"/>
          </p:nvPr>
        </p:nvSpPr>
        <p:spPr>
          <a:xfrm>
            <a:off x="245962" y="6381474"/>
            <a:ext cx="6089409" cy="365125"/>
          </a:xfrm>
        </p:spPr>
        <p:txBody>
          <a:bodyPr/>
          <a:lstStyle/>
          <a:p>
            <a:fld id="{8C8B385D-DF67-E241-B0BF-76B80A8E743B}" type="slidenum">
              <a:rPr lang="en-US" smtClean="0"/>
              <a:pPr/>
              <a:t>‹#›</a:t>
            </a:fld>
            <a:r>
              <a:rPr lang="en-US" dirty="0"/>
              <a:t>  |   Copyright © 2017 Kaiser Foundation Health Plan, Inc.</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Line graph">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9142810" cy="6134100"/>
          </a:xfrm>
          <a:prstGeom prst="rect">
            <a:avLst/>
          </a:prstGeom>
        </p:spPr>
      </p:pic>
      <p:sp>
        <p:nvSpPr>
          <p:cNvPr id="12" name="Title Placeholder 7"/>
          <p:cNvSpPr>
            <a:spLocks noGrp="1"/>
          </p:cNvSpPr>
          <p:nvPr>
            <p:ph type="title"/>
          </p:nvPr>
        </p:nvSpPr>
        <p:spPr>
          <a:xfrm>
            <a:off x="628568" y="2199737"/>
            <a:ext cx="7886864" cy="1690776"/>
          </a:xfrm>
          <a:prstGeom prst="rect">
            <a:avLst/>
          </a:prstGeom>
        </p:spPr>
        <p:txBody>
          <a:bodyPr vert="horz" lIns="91440" tIns="45720" rIns="91440" bIns="45720" rtlCol="0" anchor="ctr">
            <a:noAutofit/>
          </a:bodyPr>
          <a:lstStyle/>
          <a:p>
            <a:r>
              <a:rPr lang="en-US" dirty="0"/>
              <a:t>Title of presentation goes in this space</a:t>
            </a:r>
          </a:p>
        </p:txBody>
      </p:sp>
      <p:sp>
        <p:nvSpPr>
          <p:cNvPr id="16" name="Text Placeholder 15"/>
          <p:cNvSpPr>
            <a:spLocks noGrp="1"/>
          </p:cNvSpPr>
          <p:nvPr>
            <p:ph type="body" sz="quarter" idx="10" hasCustomPrompt="1"/>
          </p:nvPr>
        </p:nvSpPr>
        <p:spPr>
          <a:xfrm>
            <a:off x="628568" y="4684144"/>
            <a:ext cx="5568704" cy="1155940"/>
          </a:xfrm>
          <a:prstGeom prst="rect">
            <a:avLst/>
          </a:prstGeom>
        </p:spPr>
        <p:txBody>
          <a:bodyPr anchor="b" anchorCtr="0"/>
          <a:lstStyle>
            <a:lvl1pPr marL="0" indent="0">
              <a:buFontTx/>
              <a:buNone/>
              <a:defRPr sz="1050" baseline="0">
                <a:solidFill>
                  <a:schemeClr val="bg1"/>
                </a:solidFill>
              </a:defRPr>
            </a:lvl1pPr>
          </a:lstStyle>
          <a:p>
            <a:r>
              <a:rPr lang="en-US" sz="1125" dirty="0"/>
              <a:t>Presenter information</a:t>
            </a:r>
          </a:p>
        </p:txBody>
      </p:sp>
      <p:sp>
        <p:nvSpPr>
          <p:cNvPr id="7" name="Slide Number Placeholder 1"/>
          <p:cNvSpPr>
            <a:spLocks noGrp="1"/>
          </p:cNvSpPr>
          <p:nvPr>
            <p:ph type="sldNum" sz="quarter" idx="11"/>
          </p:nvPr>
        </p:nvSpPr>
        <p:spPr>
          <a:xfrm>
            <a:off x="245962" y="6381474"/>
            <a:ext cx="6089409" cy="365125"/>
          </a:xfrm>
        </p:spPr>
        <p:txBody>
          <a:bodyPr/>
          <a:lstStyle/>
          <a:p>
            <a:fld id="{8C8B385D-DF67-E241-B0BF-76B80A8E743B}" type="slidenum">
              <a:rPr lang="en-US" smtClean="0"/>
              <a:pPr/>
              <a:t>‹#›</a:t>
            </a:fld>
            <a:r>
              <a:rPr lang="en-US"/>
              <a:t>  |   Copyright © 2017 Kaiser Foundation Health Plan, Inc.</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Connected Circles">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2810" cy="6858000"/>
          </a:xfrm>
          <a:prstGeom prst="rect">
            <a:avLst/>
          </a:prstGeom>
        </p:spPr>
      </p:pic>
      <p:sp>
        <p:nvSpPr>
          <p:cNvPr id="12" name="Title Placeholder 7"/>
          <p:cNvSpPr>
            <a:spLocks noGrp="1"/>
          </p:cNvSpPr>
          <p:nvPr>
            <p:ph type="title"/>
          </p:nvPr>
        </p:nvSpPr>
        <p:spPr>
          <a:xfrm>
            <a:off x="628568" y="2199737"/>
            <a:ext cx="7886864" cy="1690776"/>
          </a:xfrm>
          <a:prstGeom prst="rect">
            <a:avLst/>
          </a:prstGeom>
        </p:spPr>
        <p:txBody>
          <a:bodyPr vert="horz" lIns="91440" tIns="45720" rIns="91440" bIns="45720" rtlCol="0" anchor="ctr">
            <a:noAutofit/>
          </a:bodyPr>
          <a:lstStyle/>
          <a:p>
            <a:r>
              <a:rPr lang="en-US" dirty="0"/>
              <a:t>Title of presentation goes in this space</a:t>
            </a:r>
          </a:p>
        </p:txBody>
      </p:sp>
      <p:sp>
        <p:nvSpPr>
          <p:cNvPr id="16" name="Text Placeholder 15"/>
          <p:cNvSpPr>
            <a:spLocks noGrp="1"/>
          </p:cNvSpPr>
          <p:nvPr>
            <p:ph type="body" sz="quarter" idx="10" hasCustomPrompt="1"/>
          </p:nvPr>
        </p:nvSpPr>
        <p:spPr>
          <a:xfrm>
            <a:off x="628568" y="4684144"/>
            <a:ext cx="5568704" cy="1155940"/>
          </a:xfrm>
          <a:prstGeom prst="rect">
            <a:avLst/>
          </a:prstGeom>
        </p:spPr>
        <p:txBody>
          <a:bodyPr anchor="b" anchorCtr="0"/>
          <a:lstStyle>
            <a:lvl1pPr marL="0" indent="0">
              <a:buFontTx/>
              <a:buNone/>
              <a:defRPr sz="1050" baseline="0">
                <a:solidFill>
                  <a:schemeClr val="bg1"/>
                </a:solidFill>
              </a:defRPr>
            </a:lvl1pPr>
          </a:lstStyle>
          <a:p>
            <a:r>
              <a:rPr lang="en-US" sz="1125" dirty="0"/>
              <a:t>Presenter information</a:t>
            </a:r>
          </a:p>
        </p:txBody>
      </p:sp>
      <p:sp>
        <p:nvSpPr>
          <p:cNvPr id="7" name="Slide Number Placeholder 1"/>
          <p:cNvSpPr>
            <a:spLocks noGrp="1"/>
          </p:cNvSpPr>
          <p:nvPr>
            <p:ph type="sldNum" sz="quarter" idx="11"/>
          </p:nvPr>
        </p:nvSpPr>
        <p:spPr>
          <a:xfrm>
            <a:off x="245962" y="6381474"/>
            <a:ext cx="6089409" cy="365125"/>
          </a:xfrm>
        </p:spPr>
        <p:txBody>
          <a:bodyPr/>
          <a:lstStyle/>
          <a:p>
            <a:fld id="{8C8B385D-DF67-E241-B0BF-76B80A8E743B}" type="slidenum">
              <a:rPr lang="en-US" smtClean="0"/>
              <a:pPr/>
              <a:t>‹#›</a:t>
            </a:fld>
            <a:r>
              <a:rPr lang="en-US"/>
              <a:t>  |   Copyright © 2017 Kaiser Foundation Health Plan, Inc.</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Family symbol + Identifier">
    <p:spTree>
      <p:nvGrpSpPr>
        <p:cNvPr id="1" name=""/>
        <p:cNvGrpSpPr/>
        <p:nvPr/>
      </p:nvGrpSpPr>
      <p:grpSpPr>
        <a:xfrm>
          <a:off x="0" y="0"/>
          <a:ext cx="0" cy="0"/>
          <a:chOff x="0" y="0"/>
          <a:chExt cx="0" cy="0"/>
        </a:xfrm>
      </p:grpSpPr>
      <p:sp>
        <p:nvSpPr>
          <p:cNvPr id="17" name="Rectangle 16"/>
          <p:cNvSpPr/>
          <p:nvPr userDrawn="1"/>
        </p:nvSpPr>
        <p:spPr>
          <a:xfrm>
            <a:off x="0" y="2195236"/>
            <a:ext cx="9144000" cy="4662765"/>
          </a:xfrm>
          <a:prstGeom prst="rect">
            <a:avLst/>
          </a:prstGeom>
          <a:gradFill flip="none" rotWithShape="1">
            <a:gsLst>
              <a:gs pos="0">
                <a:schemeClr val="accent1"/>
              </a:gs>
              <a:gs pos="100000">
                <a:schemeClr val="tx2"/>
              </a:gs>
            </a:gsLst>
            <a:lin ang="0" scaled="0"/>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pic>
        <p:nvPicPr>
          <p:cNvPr id="18" name="Picture 17"/>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82906" y="2087218"/>
            <a:ext cx="9826906" cy="5527635"/>
          </a:xfrm>
          <a:prstGeom prst="rect">
            <a:avLst/>
          </a:prstGeom>
        </p:spPr>
      </p:pic>
      <p:sp>
        <p:nvSpPr>
          <p:cNvPr id="19" name="Title Placeholder 7"/>
          <p:cNvSpPr>
            <a:spLocks noGrp="1"/>
          </p:cNvSpPr>
          <p:nvPr>
            <p:ph type="title"/>
          </p:nvPr>
        </p:nvSpPr>
        <p:spPr>
          <a:xfrm>
            <a:off x="628568" y="1009694"/>
            <a:ext cx="6191272" cy="721244"/>
          </a:xfrm>
          <a:prstGeom prst="rect">
            <a:avLst/>
          </a:prstGeom>
        </p:spPr>
        <p:txBody>
          <a:bodyPr vert="horz" lIns="91440" tIns="45720" rIns="91440" bIns="45720" rtlCol="0" anchor="ctr" anchorCtr="0">
            <a:noAutofit/>
          </a:bodyPr>
          <a:lstStyle>
            <a:lvl1pPr algn="l">
              <a:defRPr>
                <a:solidFill>
                  <a:schemeClr val="tx2"/>
                </a:solidFill>
              </a:defRPr>
            </a:lvl1pPr>
          </a:lstStyle>
          <a:p>
            <a:r>
              <a:rPr lang="en-US" dirty="0"/>
              <a:t>Title of presentation goes in this space</a:t>
            </a:r>
          </a:p>
        </p:txBody>
      </p:sp>
      <p:sp>
        <p:nvSpPr>
          <p:cNvPr id="20" name="Text Placeholder 15"/>
          <p:cNvSpPr>
            <a:spLocks noGrp="1"/>
          </p:cNvSpPr>
          <p:nvPr>
            <p:ph type="body" sz="quarter" idx="10" hasCustomPrompt="1"/>
          </p:nvPr>
        </p:nvSpPr>
        <p:spPr>
          <a:xfrm>
            <a:off x="628568" y="1918467"/>
            <a:ext cx="7886864" cy="276769"/>
          </a:xfrm>
          <a:prstGeom prst="rect">
            <a:avLst/>
          </a:prstGeom>
        </p:spPr>
        <p:txBody>
          <a:bodyPr anchor="b" anchorCtr="0"/>
          <a:lstStyle>
            <a:lvl1pPr marL="0" indent="0" algn="l">
              <a:buFontTx/>
              <a:buNone/>
              <a:defRPr sz="1050" baseline="0">
                <a:solidFill>
                  <a:schemeClr val="tx2"/>
                </a:solidFill>
              </a:defRPr>
            </a:lvl1pPr>
          </a:lstStyle>
          <a:p>
            <a:r>
              <a:rPr lang="en-US" sz="1125" dirty="0"/>
              <a:t>Presenter information</a:t>
            </a:r>
          </a:p>
        </p:txBody>
      </p:sp>
      <p:sp>
        <p:nvSpPr>
          <p:cNvPr id="22" name="Rectangle 21"/>
          <p:cNvSpPr/>
          <p:nvPr userDrawn="1"/>
        </p:nvSpPr>
        <p:spPr>
          <a:xfrm>
            <a:off x="9033493" y="343555"/>
            <a:ext cx="110507" cy="377690"/>
          </a:xfrm>
          <a:prstGeom prst="rect">
            <a:avLst/>
          </a:prstGeom>
          <a:solidFill>
            <a:srgbClr val="92C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23" name="Text Placeholder 15"/>
          <p:cNvSpPr>
            <a:spLocks noGrp="1"/>
          </p:cNvSpPr>
          <p:nvPr>
            <p:ph type="body" sz="quarter" idx="11" hasCustomPrompt="1"/>
          </p:nvPr>
        </p:nvSpPr>
        <p:spPr>
          <a:xfrm>
            <a:off x="5068297" y="343555"/>
            <a:ext cx="3864524" cy="377690"/>
          </a:xfrm>
          <a:prstGeom prst="rect">
            <a:avLst/>
          </a:prstGeom>
        </p:spPr>
        <p:txBody>
          <a:bodyPr anchor="ctr" anchorCtr="0"/>
          <a:lstStyle>
            <a:lvl1pPr marL="0" indent="0" algn="r">
              <a:buFontTx/>
              <a:buNone/>
              <a:defRPr sz="1050" baseline="0">
                <a:solidFill>
                  <a:schemeClr val="tx2"/>
                </a:solidFill>
              </a:defRPr>
            </a:lvl1pPr>
          </a:lstStyle>
          <a:p>
            <a:r>
              <a:rPr lang="en-US" sz="1125" dirty="0"/>
              <a:t>Identifier (optional)</a:t>
            </a:r>
          </a:p>
        </p:txBody>
      </p:sp>
      <p:sp>
        <p:nvSpPr>
          <p:cNvPr id="10" name="Slide Number Placeholder 1"/>
          <p:cNvSpPr>
            <a:spLocks noGrp="1"/>
          </p:cNvSpPr>
          <p:nvPr>
            <p:ph type="sldNum" sz="quarter" idx="12"/>
          </p:nvPr>
        </p:nvSpPr>
        <p:spPr>
          <a:xfrm>
            <a:off x="245962" y="6381474"/>
            <a:ext cx="6089409" cy="365125"/>
          </a:xfrm>
        </p:spPr>
        <p:txBody>
          <a:bodyPr/>
          <a:lstStyle>
            <a:lvl1pPr>
              <a:defRPr>
                <a:solidFill>
                  <a:schemeClr val="bg1"/>
                </a:solidFill>
              </a:defRPr>
            </a:lvl1pPr>
          </a:lstStyle>
          <a:p>
            <a:fld id="{8C8B385D-DF67-E241-B0BF-76B80A8E743B}" type="slidenum">
              <a:rPr lang="en-US" smtClean="0"/>
              <a:pPr/>
              <a:t>‹#›</a:t>
            </a:fld>
            <a:r>
              <a:rPr lang="en-US"/>
              <a:t>  |   Copyright © 2017 Kaiser Foundation Health Plan, Inc.</a:t>
            </a:r>
          </a:p>
        </p:txBody>
      </p:sp>
      <p:pic>
        <p:nvPicPr>
          <p:cNvPr id="11" name="Picture 10"/>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21438" y="343555"/>
            <a:ext cx="2019300" cy="22860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Dark Blue">
    <p:spTree>
      <p:nvGrpSpPr>
        <p:cNvPr id="1" name=""/>
        <p:cNvGrpSpPr/>
        <p:nvPr/>
      </p:nvGrpSpPr>
      <p:grpSpPr>
        <a:xfrm>
          <a:off x="0" y="0"/>
          <a:ext cx="0" cy="0"/>
          <a:chOff x="0" y="0"/>
          <a:chExt cx="0" cy="0"/>
        </a:xfrm>
      </p:grpSpPr>
      <p:sp>
        <p:nvSpPr>
          <p:cNvPr id="5" name="Rectangle 4"/>
          <p:cNvSpPr/>
          <p:nvPr userDrawn="1"/>
        </p:nvSpPr>
        <p:spPr>
          <a:xfrm>
            <a:off x="0" y="1"/>
            <a:ext cx="9144000" cy="6090249"/>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12" name="Title Placeholder 7"/>
          <p:cNvSpPr>
            <a:spLocks noGrp="1"/>
          </p:cNvSpPr>
          <p:nvPr>
            <p:ph type="title"/>
          </p:nvPr>
        </p:nvSpPr>
        <p:spPr>
          <a:xfrm>
            <a:off x="628568" y="2199737"/>
            <a:ext cx="7886864" cy="1690776"/>
          </a:xfrm>
          <a:prstGeom prst="rect">
            <a:avLst/>
          </a:prstGeom>
        </p:spPr>
        <p:txBody>
          <a:bodyPr vert="horz" lIns="91440" tIns="45720" rIns="91440" bIns="45720" rtlCol="0" anchor="ctr">
            <a:normAutofit/>
          </a:bodyPr>
          <a:lstStyle/>
          <a:p>
            <a:r>
              <a:rPr lang="en-US" dirty="0"/>
              <a:t>Title of presentation goes in this space</a:t>
            </a:r>
          </a:p>
        </p:txBody>
      </p:sp>
      <p:sp>
        <p:nvSpPr>
          <p:cNvPr id="16" name="Text Placeholder 15"/>
          <p:cNvSpPr>
            <a:spLocks noGrp="1"/>
          </p:cNvSpPr>
          <p:nvPr>
            <p:ph type="body" sz="quarter" idx="10" hasCustomPrompt="1"/>
          </p:nvPr>
        </p:nvSpPr>
        <p:spPr>
          <a:xfrm>
            <a:off x="628568" y="4684144"/>
            <a:ext cx="5568704" cy="1155940"/>
          </a:xfrm>
          <a:prstGeom prst="rect">
            <a:avLst/>
          </a:prstGeom>
        </p:spPr>
        <p:txBody>
          <a:bodyPr anchor="b" anchorCtr="0"/>
          <a:lstStyle>
            <a:lvl1pPr marL="0" indent="0">
              <a:buFontTx/>
              <a:buNone/>
              <a:defRPr sz="1050" baseline="0">
                <a:solidFill>
                  <a:schemeClr val="bg1"/>
                </a:solidFill>
              </a:defRPr>
            </a:lvl1pPr>
          </a:lstStyle>
          <a:p>
            <a:r>
              <a:rPr lang="en-US" sz="1125" dirty="0"/>
              <a:t>Presenter information</a:t>
            </a:r>
          </a:p>
        </p:txBody>
      </p:sp>
      <p:sp>
        <p:nvSpPr>
          <p:cNvPr id="7"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r>
              <a:rPr lang="en-US"/>
              <a:t>  |   Copyright © 2017 Kaiser Foundation Health Plan, Inc.</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Mid Blue">
    <p:spTree>
      <p:nvGrpSpPr>
        <p:cNvPr id="1" name=""/>
        <p:cNvGrpSpPr/>
        <p:nvPr/>
      </p:nvGrpSpPr>
      <p:grpSpPr>
        <a:xfrm>
          <a:off x="0" y="0"/>
          <a:ext cx="0" cy="0"/>
          <a:chOff x="0" y="0"/>
          <a:chExt cx="0" cy="0"/>
        </a:xfrm>
      </p:grpSpPr>
      <p:sp>
        <p:nvSpPr>
          <p:cNvPr id="12" name="Title Placeholder 7"/>
          <p:cNvSpPr>
            <a:spLocks noGrp="1"/>
          </p:cNvSpPr>
          <p:nvPr>
            <p:ph type="title"/>
          </p:nvPr>
        </p:nvSpPr>
        <p:spPr>
          <a:xfrm>
            <a:off x="628568" y="2199737"/>
            <a:ext cx="7886864" cy="1690776"/>
          </a:xfrm>
          <a:prstGeom prst="rect">
            <a:avLst/>
          </a:prstGeom>
        </p:spPr>
        <p:txBody>
          <a:bodyPr vert="horz" lIns="91440" tIns="45720" rIns="91440" bIns="45720" rtlCol="0" anchor="ctr">
            <a:noAutofit/>
          </a:bodyPr>
          <a:lstStyle/>
          <a:p>
            <a:r>
              <a:rPr lang="en-US" dirty="0"/>
              <a:t>Title of presentation goes in this space</a:t>
            </a:r>
          </a:p>
        </p:txBody>
      </p:sp>
      <p:sp>
        <p:nvSpPr>
          <p:cNvPr id="16" name="Text Placeholder 15"/>
          <p:cNvSpPr>
            <a:spLocks noGrp="1"/>
          </p:cNvSpPr>
          <p:nvPr>
            <p:ph type="body" sz="quarter" idx="10" hasCustomPrompt="1"/>
          </p:nvPr>
        </p:nvSpPr>
        <p:spPr>
          <a:xfrm>
            <a:off x="628568" y="4684144"/>
            <a:ext cx="5568704" cy="1155940"/>
          </a:xfrm>
          <a:prstGeom prst="rect">
            <a:avLst/>
          </a:prstGeom>
        </p:spPr>
        <p:txBody>
          <a:bodyPr anchor="b" anchorCtr="0"/>
          <a:lstStyle>
            <a:lvl1pPr marL="0" indent="0">
              <a:buFontTx/>
              <a:buNone/>
              <a:defRPr sz="1050" baseline="0">
                <a:solidFill>
                  <a:schemeClr val="bg1"/>
                </a:solidFill>
              </a:defRPr>
            </a:lvl1pPr>
          </a:lstStyle>
          <a:p>
            <a:r>
              <a:rPr lang="en-US" sz="1125" dirty="0"/>
              <a:t>Presenter information</a:t>
            </a:r>
          </a:p>
        </p:txBody>
      </p:sp>
      <p:sp>
        <p:nvSpPr>
          <p:cNvPr id="4"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r>
              <a:rPr lang="en-US"/>
              <a:t>  |   Copyright © 2017 Kaiser Foundation Health Plan, Inc.</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Dark Teal">
    <p:spTree>
      <p:nvGrpSpPr>
        <p:cNvPr id="1" name=""/>
        <p:cNvGrpSpPr/>
        <p:nvPr/>
      </p:nvGrpSpPr>
      <p:grpSpPr>
        <a:xfrm>
          <a:off x="0" y="0"/>
          <a:ext cx="0" cy="0"/>
          <a:chOff x="0" y="0"/>
          <a:chExt cx="0" cy="0"/>
        </a:xfrm>
      </p:grpSpPr>
      <p:sp>
        <p:nvSpPr>
          <p:cNvPr id="5" name="Rectangle 4"/>
          <p:cNvSpPr/>
          <p:nvPr userDrawn="1"/>
        </p:nvSpPr>
        <p:spPr>
          <a:xfrm>
            <a:off x="0" y="1"/>
            <a:ext cx="9144000" cy="6090249"/>
          </a:xfrm>
          <a:prstGeom prst="rect">
            <a:avLst/>
          </a:prstGeom>
          <a:solidFill>
            <a:srgbClr val="16737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12" name="Title Placeholder 7"/>
          <p:cNvSpPr>
            <a:spLocks noGrp="1"/>
          </p:cNvSpPr>
          <p:nvPr>
            <p:ph type="title"/>
          </p:nvPr>
        </p:nvSpPr>
        <p:spPr>
          <a:xfrm>
            <a:off x="628568" y="2199737"/>
            <a:ext cx="7886864" cy="1690776"/>
          </a:xfrm>
          <a:prstGeom prst="rect">
            <a:avLst/>
          </a:prstGeom>
        </p:spPr>
        <p:txBody>
          <a:bodyPr vert="horz" lIns="91440" tIns="45720" rIns="91440" bIns="45720" rtlCol="0" anchor="ctr">
            <a:noAutofit/>
          </a:bodyPr>
          <a:lstStyle/>
          <a:p>
            <a:r>
              <a:rPr lang="en-US" dirty="0"/>
              <a:t>Title of presentation goes in this space</a:t>
            </a:r>
          </a:p>
        </p:txBody>
      </p:sp>
      <p:sp>
        <p:nvSpPr>
          <p:cNvPr id="16" name="Text Placeholder 15"/>
          <p:cNvSpPr>
            <a:spLocks noGrp="1"/>
          </p:cNvSpPr>
          <p:nvPr>
            <p:ph type="body" sz="quarter" idx="10" hasCustomPrompt="1"/>
          </p:nvPr>
        </p:nvSpPr>
        <p:spPr>
          <a:xfrm>
            <a:off x="628568" y="4684144"/>
            <a:ext cx="5568704" cy="1155940"/>
          </a:xfrm>
          <a:prstGeom prst="rect">
            <a:avLst/>
          </a:prstGeom>
        </p:spPr>
        <p:txBody>
          <a:bodyPr anchor="b" anchorCtr="0"/>
          <a:lstStyle>
            <a:lvl1pPr marL="0" indent="0">
              <a:buFontTx/>
              <a:buNone/>
              <a:defRPr sz="1050" baseline="0">
                <a:solidFill>
                  <a:schemeClr val="bg1"/>
                </a:solidFill>
              </a:defRPr>
            </a:lvl1pPr>
          </a:lstStyle>
          <a:p>
            <a:r>
              <a:rPr lang="en-US" sz="1125" dirty="0"/>
              <a:t>Presenter information</a:t>
            </a:r>
          </a:p>
        </p:txBody>
      </p:sp>
      <p:sp>
        <p:nvSpPr>
          <p:cNvPr id="6"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r>
              <a:rPr lang="en-US"/>
              <a:t>  |   Copyright © 2017 Kaiser Foundation Health Plan, Inc.</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7" name="Text Placeholder 10"/>
          <p:cNvSpPr>
            <a:spLocks noGrp="1"/>
          </p:cNvSpPr>
          <p:nvPr>
            <p:ph type="body" sz="quarter" idx="14" hasCustomPrompt="1"/>
          </p:nvPr>
        </p:nvSpPr>
        <p:spPr>
          <a:xfrm>
            <a:off x="229779" y="202589"/>
            <a:ext cx="2855141" cy="194651"/>
          </a:xfrm>
        </p:spPr>
        <p:txBody>
          <a:bodyPr wrap="none">
            <a:noAutofit/>
          </a:bodyPr>
          <a:lstStyle>
            <a:lvl1pPr marL="0" indent="0" algn="l">
              <a:buNone/>
              <a:defRPr sz="900" baseline="0">
                <a:solidFill>
                  <a:schemeClr val="tx1">
                    <a:lumMod val="75000"/>
                    <a:lumOff val="25000"/>
                  </a:schemeClr>
                </a:solidFill>
              </a:defRPr>
            </a:lvl1pPr>
          </a:lstStyle>
          <a:p>
            <a:pPr lvl="0"/>
            <a:r>
              <a:rPr lang="en-US" dirty="0"/>
              <a:t>CONTENT DESCRIPTION (optional)</a:t>
            </a:r>
          </a:p>
        </p:txBody>
      </p:sp>
      <p:sp>
        <p:nvSpPr>
          <p:cNvPr id="8" name="Text Placeholder 10"/>
          <p:cNvSpPr>
            <a:spLocks noGrp="1"/>
          </p:cNvSpPr>
          <p:nvPr>
            <p:ph type="body" sz="quarter" idx="15" hasCustomPrompt="1"/>
          </p:nvPr>
        </p:nvSpPr>
        <p:spPr>
          <a:xfrm>
            <a:off x="5988350" y="202589"/>
            <a:ext cx="2855141" cy="194651"/>
          </a:xfrm>
        </p:spPr>
        <p:txBody>
          <a:bodyPr wrap="none">
            <a:noAutofit/>
          </a:bodyPr>
          <a:lstStyle>
            <a:lvl1pPr marL="0" indent="0" algn="r">
              <a:buNone/>
              <a:defRPr sz="900" baseline="0">
                <a:solidFill>
                  <a:schemeClr val="tx1">
                    <a:lumMod val="75000"/>
                    <a:lumOff val="25000"/>
                  </a:schemeClr>
                </a:solidFill>
              </a:defRPr>
            </a:lvl1pPr>
          </a:lstStyle>
          <a:p>
            <a:pPr lvl="0"/>
            <a:r>
              <a:rPr lang="en-US" dirty="0"/>
              <a:t>DEPARTMENT NAME (optional)</a:t>
            </a:r>
          </a:p>
        </p:txBody>
      </p:sp>
      <p:sp>
        <p:nvSpPr>
          <p:cNvPr id="2" name="Title 1"/>
          <p:cNvSpPr>
            <a:spLocks noGrp="1"/>
          </p:cNvSpPr>
          <p:nvPr>
            <p:ph type="title" hasCustomPrompt="1"/>
          </p:nvPr>
        </p:nvSpPr>
        <p:spPr>
          <a:xfrm>
            <a:off x="657735" y="705679"/>
            <a:ext cx="6628537" cy="1004887"/>
          </a:xfrm>
        </p:spPr>
        <p:txBody>
          <a:bodyPr/>
          <a:lstStyle>
            <a:lvl1pPr>
              <a:defRPr baseline="0"/>
            </a:lvl1pPr>
          </a:lstStyle>
          <a:p>
            <a:r>
              <a:rPr lang="en-US" dirty="0"/>
              <a:t>Basic 1 Column Slide To Start. Max size Arial Bold 24pt. Title can go to Two lines.</a:t>
            </a:r>
          </a:p>
        </p:txBody>
      </p:sp>
      <p:sp>
        <p:nvSpPr>
          <p:cNvPr id="6" name="Content Placeholder 5"/>
          <p:cNvSpPr>
            <a:spLocks noGrp="1"/>
          </p:cNvSpPr>
          <p:nvPr>
            <p:ph sz="quarter" idx="19"/>
          </p:nvPr>
        </p:nvSpPr>
        <p:spPr>
          <a:xfrm>
            <a:off x="657735" y="1761996"/>
            <a:ext cx="6628537" cy="41529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endParaRPr lang="en-US" dirty="0"/>
          </a:p>
        </p:txBody>
      </p:sp>
    </p:spTree>
  </p:cSld>
  <p:clrMapOvr>
    <a:masterClrMapping/>
  </p:clrMapOvr>
  <p:extLst>
    <p:ext uri="{DCECCB84-F9BA-43D5-87BE-67443E8EF086}">
      <p15:sldGuideLst xmlns:p15="http://schemas.microsoft.com/office/powerpoint/2012/main">
        <p15:guide id="1" pos="342" userDrawn="1">
          <p15:clr>
            <a:srgbClr val="FBAE40"/>
          </p15:clr>
        </p15:guide>
        <p15:guide id="2" pos="414" userDrawn="1">
          <p15:clr>
            <a:srgbClr val="FBAE40"/>
          </p15:clr>
        </p15:guide>
        <p15:guide id="3" pos="756" userDrawn="1">
          <p15:clr>
            <a:srgbClr val="FBAE40"/>
          </p15:clr>
        </p15:guide>
        <p15:guide id="4" pos="828" userDrawn="1">
          <p15:clr>
            <a:srgbClr val="FBAE40"/>
          </p15:clr>
        </p15:guide>
        <p15:guide id="5" pos="1170" userDrawn="1">
          <p15:clr>
            <a:srgbClr val="FBAE40"/>
          </p15:clr>
        </p15:guide>
        <p15:guide id="6" pos="1251" userDrawn="1">
          <p15:clr>
            <a:srgbClr val="FBAE40"/>
          </p15:clr>
        </p15:guide>
        <p15:guide id="7" pos="1593" userDrawn="1">
          <p15:clr>
            <a:srgbClr val="FBAE40"/>
          </p15:clr>
        </p15:guide>
        <p15:guide id="8" pos="1665" userDrawn="1">
          <p15:clr>
            <a:srgbClr val="FBAE40"/>
          </p15:clr>
        </p15:guide>
        <p15:guide id="9" pos="2016" userDrawn="1">
          <p15:clr>
            <a:srgbClr val="FBAE40"/>
          </p15:clr>
        </p15:guide>
        <p15:guide id="10" pos="2079" userDrawn="1">
          <p15:clr>
            <a:srgbClr val="FBAE40"/>
          </p15:clr>
        </p15:guide>
        <p15:guide id="11" pos="2421" userDrawn="1">
          <p15:clr>
            <a:srgbClr val="FBAE40"/>
          </p15:clr>
        </p15:guide>
        <p15:guide id="12" pos="2493" userDrawn="1">
          <p15:clr>
            <a:srgbClr val="FBAE40"/>
          </p15:clr>
        </p15:guide>
        <p15:guide id="13" pos="2835" userDrawn="1">
          <p15:clr>
            <a:srgbClr val="FBAE40"/>
          </p15:clr>
        </p15:guide>
        <p15:guide id="14" pos="2916" userDrawn="1">
          <p15:clr>
            <a:srgbClr val="FBAE40"/>
          </p15:clr>
        </p15:guide>
        <p15:guide id="15" pos="3249" userDrawn="1">
          <p15:clr>
            <a:srgbClr val="FBAE40"/>
          </p15:clr>
        </p15:guide>
        <p15:guide id="16" pos="3339" userDrawn="1">
          <p15:clr>
            <a:srgbClr val="FBAE40"/>
          </p15:clr>
        </p15:guide>
        <p15:guide id="17" pos="3672" userDrawn="1">
          <p15:clr>
            <a:srgbClr val="FBAE40"/>
          </p15:clr>
        </p15:guide>
        <p15:guide id="18" pos="3753" userDrawn="1">
          <p15:clr>
            <a:srgbClr val="FBAE40"/>
          </p15:clr>
        </p15:guide>
        <p15:guide id="19" pos="4086" userDrawn="1">
          <p15:clr>
            <a:srgbClr val="FBAE40"/>
          </p15:clr>
        </p15:guide>
        <p15:guide id="20" pos="4176" userDrawn="1">
          <p15:clr>
            <a:srgbClr val="FBAE40"/>
          </p15:clr>
        </p15:guide>
        <p15:guide id="21" pos="4923" userDrawn="1">
          <p15:clr>
            <a:srgbClr val="FBAE40"/>
          </p15:clr>
        </p15:guide>
        <p15:guide id="22" pos="5004" userDrawn="1">
          <p15:clr>
            <a:srgbClr val="FBAE40"/>
          </p15:clr>
        </p15:guide>
        <p15:guide id="23" pos="5337" userDrawn="1">
          <p15:clr>
            <a:srgbClr val="FBAE40"/>
          </p15:clr>
        </p15:guide>
        <p15:guide id="24" pos="5418" userDrawn="1">
          <p15:clr>
            <a:srgbClr val="FBAE40"/>
          </p15:clr>
        </p15:guide>
        <p15:guide id="25" orient="horz" pos="216" userDrawn="1">
          <p15:clr>
            <a:srgbClr val="FBAE40"/>
          </p15:clr>
        </p15:guide>
        <p15:guide id="26" pos="4509" userDrawn="1">
          <p15:clr>
            <a:srgbClr val="FBAE40"/>
          </p15:clr>
        </p15:guide>
        <p15:guide id="27" pos="459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 Column with Photo">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5988350" y="202589"/>
            <a:ext cx="2855141" cy="194651"/>
          </a:xfrm>
        </p:spPr>
        <p:txBody>
          <a:bodyPr wrap="none">
            <a:noAutofit/>
          </a:bodyPr>
          <a:lstStyle>
            <a:lvl1pPr marL="0" indent="0" algn="r">
              <a:buNone/>
              <a:defRPr sz="900" baseline="0">
                <a:solidFill>
                  <a:schemeClr val="tx1">
                    <a:lumMod val="75000"/>
                    <a:lumOff val="25000"/>
                  </a:schemeClr>
                </a:solidFill>
              </a:defRPr>
            </a:lvl1pPr>
          </a:lstStyle>
          <a:p>
            <a:pPr lvl="0"/>
            <a:r>
              <a:rPr lang="en-US" dirty="0"/>
              <a:t>DEPARTMENT NAME</a:t>
            </a:r>
          </a:p>
        </p:txBody>
      </p:sp>
      <p:sp>
        <p:nvSpPr>
          <p:cNvPr id="22" name="Picture Placeholder 21"/>
          <p:cNvSpPr>
            <a:spLocks noGrp="1"/>
          </p:cNvSpPr>
          <p:nvPr>
            <p:ph type="pic" sz="quarter" idx="18"/>
          </p:nvPr>
        </p:nvSpPr>
        <p:spPr>
          <a:xfrm>
            <a:off x="5957707" y="0"/>
            <a:ext cx="3186293" cy="6858000"/>
          </a:xfrm>
          <a:solidFill>
            <a:schemeClr val="bg1">
              <a:lumMod val="95000"/>
            </a:schemeClr>
          </a:solidFill>
        </p:spPr>
        <p:txBody>
          <a:bodyPr anchor="ctr" anchorCtr="1">
            <a:noAutofit/>
          </a:bodyPr>
          <a:lstStyle/>
          <a:p>
            <a:endParaRPr lang="en-US"/>
          </a:p>
        </p:txBody>
      </p:sp>
      <p:sp>
        <p:nvSpPr>
          <p:cNvPr id="10" name="Text Placeholder 2"/>
          <p:cNvSpPr>
            <a:spLocks noGrp="1"/>
          </p:cNvSpPr>
          <p:nvPr>
            <p:ph type="body" sz="quarter" idx="17" hasCustomPrompt="1"/>
          </p:nvPr>
        </p:nvSpPr>
        <p:spPr>
          <a:xfrm>
            <a:off x="666069" y="1761996"/>
            <a:ext cx="4938871" cy="4015374"/>
          </a:xfrm>
        </p:spPr>
        <p:txBody>
          <a:bodyPr>
            <a:noAutofit/>
          </a:bodyPr>
          <a:lstStyle>
            <a:lvl1pPr marL="0" indent="0">
              <a:lnSpc>
                <a:spcPct val="120000"/>
              </a:lnSpc>
              <a:buFontTx/>
              <a:buNone/>
              <a:defRPr baseline="0">
                <a:solidFill>
                  <a:schemeClr val="tx1">
                    <a:lumMod val="85000"/>
                    <a:lumOff val="1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Drag and drop your photo into photo in layout. Body copy goes here. Font is Arial. Standard body copy size is Arial 14pt. Minimal font size is 8pt. Feel free to stylize with bold and italic. Body color is “Black, text 1, lighter 15%” which can be found in the theme color drop down. Avoid PowerPoint WordArt (shadows/gradients/</a:t>
            </a:r>
            <a:r>
              <a:rPr lang="en-US" dirty="0" err="1"/>
              <a:t>etc</a:t>
            </a:r>
            <a:r>
              <a:rPr lang="en-US" dirty="0"/>
              <a:t>) styling. Keep transitions simple</a:t>
            </a:r>
          </a:p>
        </p:txBody>
      </p:sp>
      <p:sp>
        <p:nvSpPr>
          <p:cNvPr id="13" name="Title 1"/>
          <p:cNvSpPr>
            <a:spLocks noGrp="1"/>
          </p:cNvSpPr>
          <p:nvPr>
            <p:ph type="title" hasCustomPrompt="1"/>
          </p:nvPr>
        </p:nvSpPr>
        <p:spPr>
          <a:xfrm>
            <a:off x="666068" y="705679"/>
            <a:ext cx="4938872" cy="1004887"/>
          </a:xfrm>
        </p:spPr>
        <p:txBody>
          <a:bodyPr/>
          <a:lstStyle>
            <a:lvl1pPr>
              <a:defRPr baseline="0"/>
            </a:lvl1pPr>
          </a:lstStyle>
          <a:p>
            <a:r>
              <a:rPr lang="en-US" dirty="0"/>
              <a:t>1 column with photo on right side of slide</a:t>
            </a:r>
          </a:p>
        </p:txBody>
      </p:sp>
      <p:sp>
        <p:nvSpPr>
          <p:cNvPr id="9"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endParaRPr lang="en-US" dirty="0"/>
          </a:p>
        </p:txBody>
      </p:sp>
      <p:sp>
        <p:nvSpPr>
          <p:cNvPr id="16" name="Text Placeholder 10"/>
          <p:cNvSpPr>
            <a:spLocks noGrp="1"/>
          </p:cNvSpPr>
          <p:nvPr>
            <p:ph type="body" sz="quarter" idx="14" hasCustomPrompt="1"/>
          </p:nvPr>
        </p:nvSpPr>
        <p:spPr>
          <a:xfrm>
            <a:off x="229779" y="202589"/>
            <a:ext cx="2855141" cy="194651"/>
          </a:xfrm>
        </p:spPr>
        <p:txBody>
          <a:bodyPr wrap="none">
            <a:noAutofit/>
          </a:bodyPr>
          <a:lstStyle>
            <a:lvl1pPr marL="0" indent="0" algn="l">
              <a:buNone/>
              <a:defRPr sz="900" baseline="0">
                <a:solidFill>
                  <a:schemeClr val="tx1">
                    <a:lumMod val="75000"/>
                    <a:lumOff val="25000"/>
                  </a:schemeClr>
                </a:solidFill>
              </a:defRPr>
            </a:lvl1pPr>
          </a:lstStyle>
          <a:p>
            <a:pPr lvl="0"/>
            <a:r>
              <a:rPr lang="en-US" dirty="0"/>
              <a:t>CONTENT DESCRIPTION (optional)</a:t>
            </a:r>
          </a:p>
        </p:txBody>
      </p:sp>
    </p:spTree>
  </p:cSld>
  <p:clrMapOvr>
    <a:masterClrMapping/>
  </p:clrMapOvr>
  <p:extLst>
    <p:ext uri="{DCECCB84-F9BA-43D5-87BE-67443E8EF086}">
      <p15:sldGuideLst xmlns:p15="http://schemas.microsoft.com/office/powerpoint/2012/main">
        <p15:guide id="1" pos="333" userDrawn="1">
          <p15:clr>
            <a:srgbClr val="FBAE40"/>
          </p15:clr>
        </p15:guide>
        <p15:guide id="2" pos="414" userDrawn="1">
          <p15:clr>
            <a:srgbClr val="FBAE40"/>
          </p15:clr>
        </p15:guide>
        <p15:guide id="3" pos="756" userDrawn="1">
          <p15:clr>
            <a:srgbClr val="FBAE40"/>
          </p15:clr>
        </p15:guide>
        <p15:guide id="4" pos="828" userDrawn="1">
          <p15:clr>
            <a:srgbClr val="FBAE40"/>
          </p15:clr>
        </p15:guide>
        <p15:guide id="5" pos="1170" userDrawn="1">
          <p15:clr>
            <a:srgbClr val="FBAE40"/>
          </p15:clr>
        </p15:guide>
        <p15:guide id="6" pos="1251" userDrawn="1">
          <p15:clr>
            <a:srgbClr val="FBAE40"/>
          </p15:clr>
        </p15:guide>
        <p15:guide id="7" pos="1593" userDrawn="1">
          <p15:clr>
            <a:srgbClr val="FBAE40"/>
          </p15:clr>
        </p15:guide>
        <p15:guide id="8" pos="1665" userDrawn="1">
          <p15:clr>
            <a:srgbClr val="FBAE40"/>
          </p15:clr>
        </p15:guide>
        <p15:guide id="9" pos="2007" userDrawn="1">
          <p15:clr>
            <a:srgbClr val="FBAE40"/>
          </p15:clr>
        </p15:guide>
        <p15:guide id="10" pos="2079" userDrawn="1">
          <p15:clr>
            <a:srgbClr val="FBAE40"/>
          </p15:clr>
        </p15:guide>
        <p15:guide id="11" pos="2421" userDrawn="1">
          <p15:clr>
            <a:srgbClr val="FBAE40"/>
          </p15:clr>
        </p15:guide>
        <p15:guide id="12" pos="2493" userDrawn="1">
          <p15:clr>
            <a:srgbClr val="FBAE40"/>
          </p15:clr>
        </p15:guide>
        <p15:guide id="13" pos="2835" userDrawn="1">
          <p15:clr>
            <a:srgbClr val="FBAE40"/>
          </p15:clr>
        </p15:guide>
        <p15:guide id="14" pos="2916" userDrawn="1">
          <p15:clr>
            <a:srgbClr val="FBAE40"/>
          </p15:clr>
        </p15:guide>
        <p15:guide id="15" pos="3249" userDrawn="1">
          <p15:clr>
            <a:srgbClr val="FBAE40"/>
          </p15:clr>
        </p15:guide>
        <p15:guide id="16" pos="3339" userDrawn="1">
          <p15:clr>
            <a:srgbClr val="FBAE40"/>
          </p15:clr>
        </p15:guide>
        <p15:guide id="17" pos="3672" userDrawn="1">
          <p15:clr>
            <a:srgbClr val="FBAE40"/>
          </p15:clr>
        </p15:guide>
        <p15:guide id="18" pos="3753" userDrawn="1">
          <p15:clr>
            <a:srgbClr val="FBAE40"/>
          </p15:clr>
        </p15:guide>
        <p15:guide id="19" pos="4086" userDrawn="1">
          <p15:clr>
            <a:srgbClr val="FBAE40"/>
          </p15:clr>
        </p15:guide>
        <p15:guide id="20" pos="4176" userDrawn="1">
          <p15:clr>
            <a:srgbClr val="FBAE40"/>
          </p15:clr>
        </p15:guide>
        <p15:guide id="21" pos="4923" userDrawn="1">
          <p15:clr>
            <a:srgbClr val="FBAE40"/>
          </p15:clr>
        </p15:guide>
        <p15:guide id="22" pos="5004" userDrawn="1">
          <p15:clr>
            <a:srgbClr val="FBAE40"/>
          </p15:clr>
        </p15:guide>
        <p15:guide id="23" pos="5337" userDrawn="1">
          <p15:clr>
            <a:srgbClr val="FBAE40"/>
          </p15:clr>
        </p15:guide>
        <p15:guide id="24" pos="5418" userDrawn="1">
          <p15:clr>
            <a:srgbClr val="FBAE40"/>
          </p15:clr>
        </p15:guide>
        <p15:guide id="25" orient="horz" pos="228" userDrawn="1">
          <p15:clr>
            <a:srgbClr val="FBAE40"/>
          </p15:clr>
        </p15:guide>
        <p15:guide id="26" pos="4509" userDrawn="1">
          <p15:clr>
            <a:srgbClr val="FBAE40"/>
          </p15:clr>
        </p15:guide>
        <p15:guide id="27" pos="458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 Column with 3 Photos">
    <p:spTree>
      <p:nvGrpSpPr>
        <p:cNvPr id="1" name=""/>
        <p:cNvGrpSpPr/>
        <p:nvPr/>
      </p:nvGrpSpPr>
      <p:grpSpPr>
        <a:xfrm>
          <a:off x="0" y="0"/>
          <a:ext cx="0" cy="0"/>
          <a:chOff x="0" y="0"/>
          <a:chExt cx="0" cy="0"/>
        </a:xfrm>
      </p:grpSpPr>
      <p:sp>
        <p:nvSpPr>
          <p:cNvPr id="22" name="Picture Placeholder 21"/>
          <p:cNvSpPr>
            <a:spLocks noGrp="1"/>
          </p:cNvSpPr>
          <p:nvPr>
            <p:ph type="pic" sz="quarter" idx="18"/>
          </p:nvPr>
        </p:nvSpPr>
        <p:spPr>
          <a:xfrm>
            <a:off x="7271986" y="0"/>
            <a:ext cx="1872014" cy="6858000"/>
          </a:xfrm>
          <a:solidFill>
            <a:schemeClr val="bg1">
              <a:lumMod val="95000"/>
            </a:schemeClr>
          </a:solidFill>
        </p:spPr>
        <p:txBody>
          <a:bodyPr anchor="ctr" anchorCtr="1">
            <a:noAutofit/>
          </a:bodyPr>
          <a:lstStyle/>
          <a:p>
            <a:endParaRPr lang="en-US" dirty="0"/>
          </a:p>
        </p:txBody>
      </p:sp>
      <p:sp>
        <p:nvSpPr>
          <p:cNvPr id="3" name="Picture Placeholder 2"/>
          <p:cNvSpPr>
            <a:spLocks noGrp="1"/>
          </p:cNvSpPr>
          <p:nvPr>
            <p:ph type="pic" sz="quarter" idx="19"/>
          </p:nvPr>
        </p:nvSpPr>
        <p:spPr>
          <a:xfrm>
            <a:off x="4667037" y="1"/>
            <a:ext cx="2490664" cy="3353447"/>
          </a:xfrm>
          <a:solidFill>
            <a:schemeClr val="bg1">
              <a:lumMod val="95000"/>
            </a:schemeClr>
          </a:solidFill>
        </p:spPr>
        <p:txBody>
          <a:bodyPr anchor="ctr" anchorCtr="1">
            <a:noAutofit/>
          </a:bodyPr>
          <a:lstStyle/>
          <a:p>
            <a:endParaRPr lang="en-US"/>
          </a:p>
        </p:txBody>
      </p:sp>
      <p:sp>
        <p:nvSpPr>
          <p:cNvPr id="10" name="Picture Placeholder 2"/>
          <p:cNvSpPr>
            <a:spLocks noGrp="1"/>
          </p:cNvSpPr>
          <p:nvPr>
            <p:ph type="pic" sz="quarter" idx="20"/>
          </p:nvPr>
        </p:nvSpPr>
        <p:spPr>
          <a:xfrm>
            <a:off x="4667037" y="3556036"/>
            <a:ext cx="2490663" cy="3301965"/>
          </a:xfrm>
          <a:solidFill>
            <a:schemeClr val="bg1">
              <a:lumMod val="95000"/>
            </a:schemeClr>
          </a:solidFill>
        </p:spPr>
        <p:txBody>
          <a:bodyPr anchor="ctr" anchorCtr="1"/>
          <a:lstStyle/>
          <a:p>
            <a:endParaRPr lang="en-US" dirty="0"/>
          </a:p>
        </p:txBody>
      </p:sp>
      <p:sp>
        <p:nvSpPr>
          <p:cNvPr id="14" name="Text Placeholder 2"/>
          <p:cNvSpPr>
            <a:spLocks noGrp="1"/>
          </p:cNvSpPr>
          <p:nvPr>
            <p:ph type="body" sz="quarter" idx="17" hasCustomPrompt="1"/>
          </p:nvPr>
        </p:nvSpPr>
        <p:spPr>
          <a:xfrm>
            <a:off x="666068" y="1710566"/>
            <a:ext cx="3604717" cy="4015374"/>
          </a:xfrm>
        </p:spPr>
        <p:txBody>
          <a:bodyPr>
            <a:noAutofit/>
          </a:bodyPr>
          <a:lstStyle>
            <a:lvl1pPr marL="0" indent="0">
              <a:lnSpc>
                <a:spcPct val="120000"/>
              </a:lnSpc>
              <a:buFontTx/>
              <a:buNone/>
              <a:defRPr baseline="0">
                <a:solidFill>
                  <a:schemeClr val="tx1">
                    <a:lumMod val="85000"/>
                    <a:lumOff val="1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Drag and drop photos into desired position. Body copy goes here. Font is Arial. Standard body copy size is Arial 14pt. Minimal font size is 8pt. Feel free to stylize with bold and italic. Body color is “Black, text 1, lighter 15%” which can be found in the theme color drop down. Avoid PowerPoint WordArt (shadows/gradients/</a:t>
            </a:r>
            <a:r>
              <a:rPr lang="en-US" dirty="0" err="1"/>
              <a:t>etc</a:t>
            </a:r>
            <a:r>
              <a:rPr lang="en-US" dirty="0"/>
              <a:t>) styling. Keep transitions simple</a:t>
            </a:r>
          </a:p>
        </p:txBody>
      </p:sp>
      <p:sp>
        <p:nvSpPr>
          <p:cNvPr id="15" name="Title 1"/>
          <p:cNvSpPr>
            <a:spLocks noGrp="1"/>
          </p:cNvSpPr>
          <p:nvPr>
            <p:ph type="title" hasCustomPrompt="1"/>
          </p:nvPr>
        </p:nvSpPr>
        <p:spPr>
          <a:xfrm>
            <a:off x="666068" y="705679"/>
            <a:ext cx="3604717" cy="1004887"/>
          </a:xfrm>
        </p:spPr>
        <p:txBody>
          <a:bodyPr/>
          <a:lstStyle>
            <a:lvl1pPr>
              <a:defRPr baseline="0"/>
            </a:lvl1pPr>
          </a:lstStyle>
          <a:p>
            <a:r>
              <a:rPr lang="en-US" dirty="0"/>
              <a:t>Multiple photos on right side</a:t>
            </a:r>
          </a:p>
        </p:txBody>
      </p:sp>
      <p:sp>
        <p:nvSpPr>
          <p:cNvPr id="11" name="Slide Number Placeholder 8"/>
          <p:cNvSpPr>
            <a:spLocks noGrp="1"/>
          </p:cNvSpPr>
          <p:nvPr>
            <p:ph type="sldNum" sz="quarter" idx="4"/>
          </p:nvPr>
        </p:nvSpPr>
        <p:spPr>
          <a:xfrm>
            <a:off x="245962" y="6381474"/>
            <a:ext cx="430678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endParaRPr lang="en-US" dirty="0"/>
          </a:p>
        </p:txBody>
      </p:sp>
      <p:sp>
        <p:nvSpPr>
          <p:cNvPr id="16" name="Text Placeholder 10"/>
          <p:cNvSpPr>
            <a:spLocks noGrp="1"/>
          </p:cNvSpPr>
          <p:nvPr>
            <p:ph type="body" sz="quarter" idx="14" hasCustomPrompt="1"/>
          </p:nvPr>
        </p:nvSpPr>
        <p:spPr>
          <a:xfrm>
            <a:off x="229779" y="202589"/>
            <a:ext cx="2855141" cy="194651"/>
          </a:xfrm>
        </p:spPr>
        <p:txBody>
          <a:bodyPr wrap="none">
            <a:noAutofit/>
          </a:bodyPr>
          <a:lstStyle>
            <a:lvl1pPr marL="0" indent="0" algn="l">
              <a:buNone/>
              <a:defRPr sz="900" baseline="0">
                <a:solidFill>
                  <a:schemeClr val="tx1">
                    <a:lumMod val="75000"/>
                    <a:lumOff val="25000"/>
                  </a:schemeClr>
                </a:solidFill>
              </a:defRPr>
            </a:lvl1pPr>
          </a:lstStyle>
          <a:p>
            <a:pPr lvl="0"/>
            <a:r>
              <a:rPr lang="en-US" dirty="0"/>
              <a:t>CONTENT DESCRIPTION (optional)</a:t>
            </a:r>
          </a:p>
        </p:txBody>
      </p:sp>
    </p:spTree>
  </p:cSld>
  <p:clrMapOvr>
    <a:masterClrMapping/>
  </p:clrMapOvr>
  <p:extLst>
    <p:ext uri="{DCECCB84-F9BA-43D5-87BE-67443E8EF086}">
      <p15:sldGuideLst xmlns:p15="http://schemas.microsoft.com/office/powerpoint/2012/main">
        <p15:guide id="1" pos="333" userDrawn="1">
          <p15:clr>
            <a:srgbClr val="FBAE40"/>
          </p15:clr>
        </p15:guide>
        <p15:guide id="2" pos="414" userDrawn="1">
          <p15:clr>
            <a:srgbClr val="FBAE40"/>
          </p15:clr>
        </p15:guide>
        <p15:guide id="3" pos="756" userDrawn="1">
          <p15:clr>
            <a:srgbClr val="FBAE40"/>
          </p15:clr>
        </p15:guide>
        <p15:guide id="4" pos="828" userDrawn="1">
          <p15:clr>
            <a:srgbClr val="FBAE40"/>
          </p15:clr>
        </p15:guide>
        <p15:guide id="5" pos="1170" userDrawn="1">
          <p15:clr>
            <a:srgbClr val="FBAE40"/>
          </p15:clr>
        </p15:guide>
        <p15:guide id="6" pos="1251" userDrawn="1">
          <p15:clr>
            <a:srgbClr val="FBAE40"/>
          </p15:clr>
        </p15:guide>
        <p15:guide id="7" pos="1584" userDrawn="1">
          <p15:clr>
            <a:srgbClr val="FBAE40"/>
          </p15:clr>
        </p15:guide>
        <p15:guide id="8" pos="1665" userDrawn="1">
          <p15:clr>
            <a:srgbClr val="FBAE40"/>
          </p15:clr>
        </p15:guide>
        <p15:guide id="9" pos="2007" userDrawn="1">
          <p15:clr>
            <a:srgbClr val="FBAE40"/>
          </p15:clr>
        </p15:guide>
        <p15:guide id="10" pos="2079" userDrawn="1">
          <p15:clr>
            <a:srgbClr val="FBAE40"/>
          </p15:clr>
        </p15:guide>
        <p15:guide id="11" pos="2421" userDrawn="1">
          <p15:clr>
            <a:srgbClr val="FBAE40"/>
          </p15:clr>
        </p15:guide>
        <p15:guide id="12" pos="2493" userDrawn="1">
          <p15:clr>
            <a:srgbClr val="FBAE40"/>
          </p15:clr>
        </p15:guide>
        <p15:guide id="13" pos="2835" userDrawn="1">
          <p15:clr>
            <a:srgbClr val="FBAE40"/>
          </p15:clr>
        </p15:guide>
        <p15:guide id="14" pos="2916" userDrawn="1">
          <p15:clr>
            <a:srgbClr val="FBAE40"/>
          </p15:clr>
        </p15:guide>
        <p15:guide id="15" pos="3249" userDrawn="1">
          <p15:clr>
            <a:srgbClr val="FBAE40"/>
          </p15:clr>
        </p15:guide>
        <p15:guide id="16" pos="3339" userDrawn="1">
          <p15:clr>
            <a:srgbClr val="FBAE40"/>
          </p15:clr>
        </p15:guide>
        <p15:guide id="17" pos="3672" userDrawn="1">
          <p15:clr>
            <a:srgbClr val="FBAE40"/>
          </p15:clr>
        </p15:guide>
        <p15:guide id="18" pos="3753" userDrawn="1">
          <p15:clr>
            <a:srgbClr val="FBAE40"/>
          </p15:clr>
        </p15:guide>
        <p15:guide id="19" pos="4086" userDrawn="1">
          <p15:clr>
            <a:srgbClr val="FBAE40"/>
          </p15:clr>
        </p15:guide>
        <p15:guide id="20" pos="4176" userDrawn="1">
          <p15:clr>
            <a:srgbClr val="FBAE40"/>
          </p15:clr>
        </p15:guide>
        <p15:guide id="21" pos="4923" userDrawn="1">
          <p15:clr>
            <a:srgbClr val="FBAE40"/>
          </p15:clr>
        </p15:guide>
        <p15:guide id="22" pos="5004" userDrawn="1">
          <p15:clr>
            <a:srgbClr val="FBAE40"/>
          </p15:clr>
        </p15:guide>
        <p15:guide id="23" pos="5337" userDrawn="1">
          <p15:clr>
            <a:srgbClr val="FBAE40"/>
          </p15:clr>
        </p15:guide>
        <p15:guide id="24" pos="5418" userDrawn="1">
          <p15:clr>
            <a:srgbClr val="FBAE40"/>
          </p15:clr>
        </p15:guide>
        <p15:guide id="25" orient="horz" pos="228" userDrawn="1">
          <p15:clr>
            <a:srgbClr val="FBAE40"/>
          </p15:clr>
        </p15:guide>
        <p15:guide id="26" pos="4509" userDrawn="1">
          <p15:clr>
            <a:srgbClr val="FBAE40"/>
          </p15:clr>
        </p15:guide>
        <p15:guide id="27" pos="4581"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666068" y="705679"/>
            <a:ext cx="6491633" cy="1004887"/>
          </a:xfrm>
        </p:spPr>
        <p:txBody>
          <a:bodyPr/>
          <a:lstStyle>
            <a:lvl1pPr>
              <a:defRPr baseline="0"/>
            </a:lvl1pPr>
          </a:lstStyle>
          <a:p>
            <a:r>
              <a:rPr lang="en-US" dirty="0"/>
              <a:t>2 column layout.</a:t>
            </a:r>
          </a:p>
        </p:txBody>
      </p:sp>
      <p:sp>
        <p:nvSpPr>
          <p:cNvPr id="4" name="Content Placeholder 3"/>
          <p:cNvSpPr>
            <a:spLocks noGrp="1"/>
          </p:cNvSpPr>
          <p:nvPr>
            <p:ph sz="quarter" idx="20"/>
          </p:nvPr>
        </p:nvSpPr>
        <p:spPr>
          <a:xfrm>
            <a:off x="4885689" y="1761996"/>
            <a:ext cx="3957718" cy="4015374"/>
          </a:xfrm>
        </p:spPr>
        <p:txBody>
          <a:bodyPr/>
          <a:lstStyle>
            <a:lvl1pPr marL="214313" indent="-214313">
              <a:lnSpc>
                <a:spcPct val="100000"/>
              </a:lnSpc>
              <a:buFont typeface="Arial" charset="0"/>
              <a:buChar char="•"/>
              <a:defRPr/>
            </a:lvl1pPr>
          </a:lstStyle>
          <a:p>
            <a:pPr lvl="0"/>
            <a:r>
              <a:rPr lang="en-US" dirty="0"/>
              <a:t>Click to edit Master text styles</a:t>
            </a:r>
          </a:p>
        </p:txBody>
      </p:sp>
      <p:sp>
        <p:nvSpPr>
          <p:cNvPr id="6" name="Content Placeholder 5"/>
          <p:cNvSpPr>
            <a:spLocks noGrp="1"/>
          </p:cNvSpPr>
          <p:nvPr>
            <p:ph sz="quarter" idx="21"/>
          </p:nvPr>
        </p:nvSpPr>
        <p:spPr>
          <a:xfrm>
            <a:off x="657735" y="1761996"/>
            <a:ext cx="3613051" cy="4015374"/>
          </a:xfrm>
        </p:spPr>
        <p:txBody>
          <a:bodyPr/>
          <a:lstStyle>
            <a:lvl1pPr marL="171450" indent="-171450">
              <a:lnSpc>
                <a:spcPct val="100000"/>
              </a:lnSpc>
              <a:buFont typeface="Arial" charset="0"/>
              <a:buChar char="•"/>
              <a:defRPr/>
            </a:lvl1pPr>
            <a:lvl2pPr marL="514350" indent="-171450">
              <a:lnSpc>
                <a:spcPct val="100000"/>
              </a:lnSpc>
              <a:buFont typeface="Arial" charset="0"/>
              <a:buChar char="•"/>
              <a:defRPr/>
            </a:lvl2pPr>
            <a:lvl3pPr marL="857250" indent="-171450">
              <a:lnSpc>
                <a:spcPct val="100000"/>
              </a:lnSpc>
              <a:buFont typeface="Arial" charset="0"/>
              <a:buChar char="•"/>
              <a:defRPr/>
            </a:lvl3pPr>
            <a:lvl4pPr marL="1200150" indent="-171450">
              <a:lnSpc>
                <a:spcPct val="100000"/>
              </a:lnSpc>
              <a:buFont typeface="Arial" charset="0"/>
              <a:buChar char="•"/>
              <a:defRPr/>
            </a:lvl4pPr>
            <a:lvl5pPr marL="1543050" indent="-171450">
              <a:lnSpc>
                <a:spcPct val="100000"/>
              </a:lnSpc>
              <a:buFont typeface="Arial"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endParaRPr lang="en-US" dirty="0"/>
          </a:p>
        </p:txBody>
      </p:sp>
      <p:sp>
        <p:nvSpPr>
          <p:cNvPr id="9" name="Text Placeholder 10"/>
          <p:cNvSpPr>
            <a:spLocks noGrp="1"/>
          </p:cNvSpPr>
          <p:nvPr>
            <p:ph type="body" sz="quarter" idx="14" hasCustomPrompt="1"/>
          </p:nvPr>
        </p:nvSpPr>
        <p:spPr>
          <a:xfrm>
            <a:off x="229779" y="202589"/>
            <a:ext cx="2855141" cy="194651"/>
          </a:xfrm>
        </p:spPr>
        <p:txBody>
          <a:bodyPr wrap="none">
            <a:noAutofit/>
          </a:bodyPr>
          <a:lstStyle>
            <a:lvl1pPr marL="0" indent="0" algn="l">
              <a:buNone/>
              <a:defRPr sz="900" baseline="0">
                <a:solidFill>
                  <a:schemeClr val="tx1">
                    <a:lumMod val="75000"/>
                    <a:lumOff val="25000"/>
                  </a:schemeClr>
                </a:solidFill>
              </a:defRPr>
            </a:lvl1pPr>
          </a:lstStyle>
          <a:p>
            <a:pPr lvl="0"/>
            <a:r>
              <a:rPr lang="en-US" dirty="0"/>
              <a:t>CONTENT DESCRIPTION (optional)</a:t>
            </a:r>
          </a:p>
        </p:txBody>
      </p:sp>
      <p:sp>
        <p:nvSpPr>
          <p:cNvPr id="11" name="Text Placeholder 10"/>
          <p:cNvSpPr>
            <a:spLocks noGrp="1"/>
          </p:cNvSpPr>
          <p:nvPr>
            <p:ph type="body" sz="quarter" idx="15" hasCustomPrompt="1"/>
          </p:nvPr>
        </p:nvSpPr>
        <p:spPr>
          <a:xfrm>
            <a:off x="5988350" y="202589"/>
            <a:ext cx="2855141" cy="194651"/>
          </a:xfrm>
        </p:spPr>
        <p:txBody>
          <a:bodyPr wrap="none">
            <a:noAutofit/>
          </a:bodyPr>
          <a:lstStyle>
            <a:lvl1pPr marL="0" indent="0" algn="r">
              <a:buNone/>
              <a:defRPr sz="900" baseline="0">
                <a:solidFill>
                  <a:schemeClr val="tx1">
                    <a:lumMod val="75000"/>
                    <a:lumOff val="25000"/>
                  </a:schemeClr>
                </a:solidFill>
              </a:defRPr>
            </a:lvl1pPr>
          </a:lstStyle>
          <a:p>
            <a:pPr lvl="0"/>
            <a:r>
              <a:rPr lang="en-US" dirty="0"/>
              <a:t>DEPARTMENT NAME (optional)</a:t>
            </a:r>
          </a:p>
        </p:txBody>
      </p:sp>
    </p:spTree>
  </p:cSld>
  <p:clrMapOvr>
    <a:masterClrMapping/>
  </p:clrMapOvr>
  <p:extLst>
    <p:ext uri="{DCECCB84-F9BA-43D5-87BE-67443E8EF086}">
      <p15:sldGuideLst xmlns:p15="http://schemas.microsoft.com/office/powerpoint/2012/main">
        <p15:guide id="1" pos="333" userDrawn="1">
          <p15:clr>
            <a:srgbClr val="FBAE40"/>
          </p15:clr>
        </p15:guide>
        <p15:guide id="2" pos="414" userDrawn="1">
          <p15:clr>
            <a:srgbClr val="FBAE40"/>
          </p15:clr>
        </p15:guide>
        <p15:guide id="3" pos="765" userDrawn="1">
          <p15:clr>
            <a:srgbClr val="FBAE40"/>
          </p15:clr>
        </p15:guide>
        <p15:guide id="4" pos="828" userDrawn="1">
          <p15:clr>
            <a:srgbClr val="FBAE40"/>
          </p15:clr>
        </p15:guide>
        <p15:guide id="5" pos="1170" userDrawn="1">
          <p15:clr>
            <a:srgbClr val="FBAE40"/>
          </p15:clr>
        </p15:guide>
        <p15:guide id="6" pos="1251" userDrawn="1">
          <p15:clr>
            <a:srgbClr val="FBAE40"/>
          </p15:clr>
        </p15:guide>
        <p15:guide id="7" pos="1593" userDrawn="1">
          <p15:clr>
            <a:srgbClr val="FBAE40"/>
          </p15:clr>
        </p15:guide>
        <p15:guide id="8" pos="1665" userDrawn="1">
          <p15:clr>
            <a:srgbClr val="FBAE40"/>
          </p15:clr>
        </p15:guide>
        <p15:guide id="9" pos="2007" userDrawn="1">
          <p15:clr>
            <a:srgbClr val="FBAE40"/>
          </p15:clr>
        </p15:guide>
        <p15:guide id="10" pos="2079" userDrawn="1">
          <p15:clr>
            <a:srgbClr val="FBAE40"/>
          </p15:clr>
        </p15:guide>
        <p15:guide id="11" pos="2421" userDrawn="1">
          <p15:clr>
            <a:srgbClr val="FBAE40"/>
          </p15:clr>
        </p15:guide>
        <p15:guide id="12" pos="2493" userDrawn="1">
          <p15:clr>
            <a:srgbClr val="FBAE40"/>
          </p15:clr>
        </p15:guide>
        <p15:guide id="13" pos="2835" userDrawn="1">
          <p15:clr>
            <a:srgbClr val="FBAE40"/>
          </p15:clr>
        </p15:guide>
        <p15:guide id="14" pos="2916" userDrawn="1">
          <p15:clr>
            <a:srgbClr val="FBAE40"/>
          </p15:clr>
        </p15:guide>
        <p15:guide id="15" pos="3249" userDrawn="1">
          <p15:clr>
            <a:srgbClr val="FBAE40"/>
          </p15:clr>
        </p15:guide>
        <p15:guide id="16" pos="3339" userDrawn="1">
          <p15:clr>
            <a:srgbClr val="FBAE40"/>
          </p15:clr>
        </p15:guide>
        <p15:guide id="17" pos="3672" userDrawn="1">
          <p15:clr>
            <a:srgbClr val="FBAE40"/>
          </p15:clr>
        </p15:guide>
        <p15:guide id="18" pos="3753" userDrawn="1">
          <p15:clr>
            <a:srgbClr val="FBAE40"/>
          </p15:clr>
        </p15:guide>
        <p15:guide id="19" pos="4086" userDrawn="1">
          <p15:clr>
            <a:srgbClr val="FBAE40"/>
          </p15:clr>
        </p15:guide>
        <p15:guide id="20" pos="4176" userDrawn="1">
          <p15:clr>
            <a:srgbClr val="FBAE40"/>
          </p15:clr>
        </p15:guide>
        <p15:guide id="21" pos="4923" userDrawn="1">
          <p15:clr>
            <a:srgbClr val="FBAE40"/>
          </p15:clr>
        </p15:guide>
        <p15:guide id="22" pos="5004" userDrawn="1">
          <p15:clr>
            <a:srgbClr val="FBAE40"/>
          </p15:clr>
        </p15:guide>
        <p15:guide id="23" pos="5337" userDrawn="1">
          <p15:clr>
            <a:srgbClr val="FBAE40"/>
          </p15:clr>
        </p15:guide>
        <p15:guide id="24" pos="5418" userDrawn="1">
          <p15:clr>
            <a:srgbClr val="FBAE40"/>
          </p15:clr>
        </p15:guide>
        <p15:guide id="25" orient="horz" pos="228" userDrawn="1">
          <p15:clr>
            <a:srgbClr val="FBAE40"/>
          </p15:clr>
        </p15:guide>
        <p15:guide id="26" pos="4509" userDrawn="1">
          <p15:clr>
            <a:srgbClr val="FBAE40"/>
          </p15:clr>
        </p15:guide>
        <p15:guide id="27" pos="458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16" name="Title 1"/>
          <p:cNvSpPr>
            <a:spLocks noGrp="1"/>
          </p:cNvSpPr>
          <p:nvPr>
            <p:ph type="title" hasCustomPrompt="1"/>
          </p:nvPr>
        </p:nvSpPr>
        <p:spPr>
          <a:xfrm>
            <a:off x="665917" y="831654"/>
            <a:ext cx="7806063" cy="722714"/>
          </a:xfrm>
        </p:spPr>
        <p:txBody>
          <a:bodyPr>
            <a:noAutofit/>
          </a:bodyPr>
          <a:lstStyle>
            <a:lvl1pPr algn="ctr">
              <a:defRPr baseline="0"/>
            </a:lvl1pPr>
          </a:lstStyle>
          <a:p>
            <a:r>
              <a:rPr lang="en-US" dirty="0"/>
              <a:t>Three Column Key Points</a:t>
            </a:r>
          </a:p>
        </p:txBody>
      </p:sp>
      <p:sp>
        <p:nvSpPr>
          <p:cNvPr id="4" name="Picture Placeholder 3"/>
          <p:cNvSpPr>
            <a:spLocks noGrp="1"/>
          </p:cNvSpPr>
          <p:nvPr>
            <p:ph type="pic" sz="quarter" idx="20"/>
          </p:nvPr>
        </p:nvSpPr>
        <p:spPr>
          <a:xfrm>
            <a:off x="914213" y="2613968"/>
            <a:ext cx="1977966" cy="2012693"/>
          </a:xfrm>
          <a:solidFill>
            <a:schemeClr val="bg1">
              <a:lumMod val="95000"/>
            </a:schemeClr>
          </a:solidFill>
        </p:spPr>
        <p:txBody>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endParaRPr lang="en-US"/>
          </a:p>
        </p:txBody>
      </p:sp>
      <p:sp>
        <p:nvSpPr>
          <p:cNvPr id="17" name="Picture Placeholder 3"/>
          <p:cNvSpPr>
            <a:spLocks noGrp="1"/>
          </p:cNvSpPr>
          <p:nvPr>
            <p:ph type="pic" sz="quarter" idx="21"/>
          </p:nvPr>
        </p:nvSpPr>
        <p:spPr>
          <a:xfrm>
            <a:off x="3575875" y="2613968"/>
            <a:ext cx="1977966" cy="2012693"/>
          </a:xfrm>
          <a:solidFill>
            <a:schemeClr val="bg1">
              <a:lumMod val="95000"/>
            </a:schemeClr>
          </a:solidFill>
        </p:spPr>
        <p:txBody>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endParaRPr lang="en-US"/>
          </a:p>
        </p:txBody>
      </p:sp>
      <p:sp>
        <p:nvSpPr>
          <p:cNvPr id="18" name="Picture Placeholder 3"/>
          <p:cNvSpPr>
            <a:spLocks noGrp="1"/>
          </p:cNvSpPr>
          <p:nvPr>
            <p:ph type="pic" sz="quarter" idx="22"/>
          </p:nvPr>
        </p:nvSpPr>
        <p:spPr>
          <a:xfrm>
            <a:off x="6261761" y="2613968"/>
            <a:ext cx="1977966" cy="2012693"/>
          </a:xfrm>
          <a:solidFill>
            <a:schemeClr val="bg1">
              <a:lumMod val="95000"/>
            </a:schemeClr>
          </a:solidFill>
        </p:spPr>
        <p:txBody>
          <a:bodyPr>
            <a:no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endParaRPr lang="en-US"/>
          </a:p>
        </p:txBody>
      </p:sp>
      <p:sp>
        <p:nvSpPr>
          <p:cNvPr id="12" name="Text Placeholder 11"/>
          <p:cNvSpPr>
            <a:spLocks noGrp="1"/>
          </p:cNvSpPr>
          <p:nvPr>
            <p:ph type="body" sz="quarter" idx="23" hasCustomPrompt="1"/>
          </p:nvPr>
        </p:nvSpPr>
        <p:spPr>
          <a:xfrm>
            <a:off x="1986299" y="1770903"/>
            <a:ext cx="5171402" cy="701288"/>
          </a:xfrm>
        </p:spPr>
        <p:txBody>
          <a:bodyPr>
            <a:noAutofit/>
          </a:bodyPr>
          <a:lstStyle>
            <a:lvl1pPr marL="0" marR="0" indent="0" algn="ctr" defTabSz="685800" rtl="0" eaLnBrk="1" fontAlgn="auto" latinLnBrk="0" hangingPunct="1">
              <a:lnSpc>
                <a:spcPts val="1800"/>
              </a:lnSpc>
              <a:spcBef>
                <a:spcPts val="750"/>
              </a:spcBef>
              <a:spcAft>
                <a:spcPts val="0"/>
              </a:spcAft>
              <a:buClrTx/>
              <a:buSzTx/>
              <a:buFontTx/>
              <a:buNone/>
              <a:tabLst/>
              <a:defRPr sz="1200" baseline="0">
                <a:solidFill>
                  <a:schemeClr val="tx1">
                    <a:lumMod val="85000"/>
                    <a:lumOff val="15000"/>
                  </a:schemeClr>
                </a:solidFill>
              </a:defRPr>
            </a:lvl1pPr>
          </a:lstStyle>
          <a:p>
            <a:r>
              <a:rPr lang="en-US" dirty="0">
                <a:effectLst/>
                <a:latin typeface="Arial" charset="0"/>
              </a:rPr>
              <a:t>Short and concise overview can go in this space, and up to two lines if necessary.</a:t>
            </a:r>
          </a:p>
        </p:txBody>
      </p:sp>
      <p:sp>
        <p:nvSpPr>
          <p:cNvPr id="19" name="Text Placeholder 11"/>
          <p:cNvSpPr>
            <a:spLocks noGrp="1"/>
          </p:cNvSpPr>
          <p:nvPr>
            <p:ph type="body" sz="quarter" idx="24" hasCustomPrompt="1"/>
          </p:nvPr>
        </p:nvSpPr>
        <p:spPr>
          <a:xfrm>
            <a:off x="914213" y="4766977"/>
            <a:ext cx="1977966" cy="1047415"/>
          </a:xfrm>
        </p:spPr>
        <p:txBody>
          <a:bodyPr wrap="square">
            <a:noAutofit/>
          </a:bodyPr>
          <a:lstStyle>
            <a:lvl1pPr marL="0" marR="0" indent="0" algn="ctr" defTabSz="685800" rtl="0" eaLnBrk="1" fontAlgn="auto" latinLnBrk="0" hangingPunct="1">
              <a:lnSpc>
                <a:spcPts val="1800"/>
              </a:lnSpc>
              <a:spcBef>
                <a:spcPts val="750"/>
              </a:spcBef>
              <a:spcAft>
                <a:spcPts val="0"/>
              </a:spcAft>
              <a:buClrTx/>
              <a:buSzTx/>
              <a:buFontTx/>
              <a:buNone/>
              <a:tabLst/>
              <a:defRPr sz="1200" baseline="0">
                <a:solidFill>
                  <a:schemeClr val="tx1">
                    <a:lumMod val="85000"/>
                    <a:lumOff val="15000"/>
                  </a:schemeClr>
                </a:solidFill>
              </a:defRPr>
            </a:lvl1pPr>
          </a:lstStyle>
          <a:p>
            <a:r>
              <a:rPr lang="en-US" dirty="0">
                <a:effectLst/>
                <a:latin typeface="Arial" charset="0"/>
              </a:rPr>
              <a:t>Keep supporting points clear and simple. Try not to exceed three lines.</a:t>
            </a:r>
          </a:p>
        </p:txBody>
      </p:sp>
      <p:sp>
        <p:nvSpPr>
          <p:cNvPr id="20" name="Text Placeholder 11"/>
          <p:cNvSpPr>
            <a:spLocks noGrp="1"/>
          </p:cNvSpPr>
          <p:nvPr>
            <p:ph type="body" sz="quarter" idx="25" hasCustomPrompt="1"/>
          </p:nvPr>
        </p:nvSpPr>
        <p:spPr>
          <a:xfrm>
            <a:off x="3575874" y="4766977"/>
            <a:ext cx="1977966" cy="1047415"/>
          </a:xfrm>
        </p:spPr>
        <p:txBody>
          <a:bodyPr>
            <a:noAutofit/>
          </a:bodyPr>
          <a:lstStyle>
            <a:lvl1pPr marL="0" marR="0" indent="0" algn="ctr" defTabSz="685800" rtl="0" eaLnBrk="1" fontAlgn="auto" latinLnBrk="0" hangingPunct="1">
              <a:lnSpc>
                <a:spcPts val="1800"/>
              </a:lnSpc>
              <a:spcBef>
                <a:spcPts val="750"/>
              </a:spcBef>
              <a:spcAft>
                <a:spcPts val="0"/>
              </a:spcAft>
              <a:buClrTx/>
              <a:buSzTx/>
              <a:buFontTx/>
              <a:buNone/>
              <a:tabLst/>
              <a:defRPr sz="1200">
                <a:solidFill>
                  <a:schemeClr val="tx1">
                    <a:lumMod val="85000"/>
                    <a:lumOff val="15000"/>
                  </a:schemeClr>
                </a:solidFill>
              </a:defRPr>
            </a:lvl1pPr>
          </a:lstStyle>
          <a:p>
            <a:r>
              <a:rPr lang="en-US" dirty="0">
                <a:effectLst/>
                <a:latin typeface="Arial" charset="0"/>
              </a:rPr>
              <a:t>Keep supporting points clear and simple. Try not to exceed three lines.</a:t>
            </a:r>
          </a:p>
        </p:txBody>
      </p:sp>
      <p:sp>
        <p:nvSpPr>
          <p:cNvPr id="21" name="Text Placeholder 11"/>
          <p:cNvSpPr>
            <a:spLocks noGrp="1"/>
          </p:cNvSpPr>
          <p:nvPr>
            <p:ph type="body" sz="quarter" idx="26" hasCustomPrompt="1"/>
          </p:nvPr>
        </p:nvSpPr>
        <p:spPr>
          <a:xfrm>
            <a:off x="6261760" y="4766977"/>
            <a:ext cx="1977966" cy="1047415"/>
          </a:xfrm>
        </p:spPr>
        <p:txBody>
          <a:bodyPr>
            <a:noAutofit/>
          </a:bodyPr>
          <a:lstStyle>
            <a:lvl1pPr marL="0" marR="0" indent="0" algn="ctr" defTabSz="685800" rtl="0" eaLnBrk="1" fontAlgn="auto" latinLnBrk="0" hangingPunct="1">
              <a:lnSpc>
                <a:spcPts val="1800"/>
              </a:lnSpc>
              <a:spcBef>
                <a:spcPts val="750"/>
              </a:spcBef>
              <a:spcAft>
                <a:spcPts val="0"/>
              </a:spcAft>
              <a:buClrTx/>
              <a:buSzTx/>
              <a:buFontTx/>
              <a:buNone/>
              <a:tabLst/>
              <a:defRPr sz="1200">
                <a:solidFill>
                  <a:schemeClr val="tx1">
                    <a:lumMod val="85000"/>
                    <a:lumOff val="15000"/>
                  </a:schemeClr>
                </a:solidFill>
              </a:defRPr>
            </a:lvl1pPr>
          </a:lstStyle>
          <a:p>
            <a:r>
              <a:rPr lang="en-US" dirty="0">
                <a:effectLst/>
                <a:latin typeface="Arial" charset="0"/>
              </a:rPr>
              <a:t>Keep supporting points clear and simple. Try not to exceed three lines.</a:t>
            </a:r>
          </a:p>
        </p:txBody>
      </p:sp>
      <p:sp>
        <p:nvSpPr>
          <p:cNvPr id="13"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endParaRPr lang="en-US" dirty="0"/>
          </a:p>
        </p:txBody>
      </p:sp>
      <p:sp>
        <p:nvSpPr>
          <p:cNvPr id="15" name="Text Placeholder 10"/>
          <p:cNvSpPr>
            <a:spLocks noGrp="1"/>
          </p:cNvSpPr>
          <p:nvPr>
            <p:ph type="body" sz="quarter" idx="14" hasCustomPrompt="1"/>
          </p:nvPr>
        </p:nvSpPr>
        <p:spPr>
          <a:xfrm>
            <a:off x="229779" y="202589"/>
            <a:ext cx="2855141" cy="194651"/>
          </a:xfrm>
        </p:spPr>
        <p:txBody>
          <a:bodyPr wrap="none">
            <a:noAutofit/>
          </a:bodyPr>
          <a:lstStyle>
            <a:lvl1pPr marL="0" indent="0" algn="l">
              <a:buNone/>
              <a:defRPr sz="900" baseline="0">
                <a:solidFill>
                  <a:schemeClr val="tx1">
                    <a:lumMod val="75000"/>
                    <a:lumOff val="25000"/>
                  </a:schemeClr>
                </a:solidFill>
              </a:defRPr>
            </a:lvl1pPr>
          </a:lstStyle>
          <a:p>
            <a:pPr lvl="0"/>
            <a:r>
              <a:rPr lang="en-US" dirty="0"/>
              <a:t>CONTENT DESCRIPTION (optional)</a:t>
            </a:r>
          </a:p>
        </p:txBody>
      </p:sp>
      <p:sp>
        <p:nvSpPr>
          <p:cNvPr id="22" name="Text Placeholder 10"/>
          <p:cNvSpPr>
            <a:spLocks noGrp="1"/>
          </p:cNvSpPr>
          <p:nvPr>
            <p:ph type="body" sz="quarter" idx="15" hasCustomPrompt="1"/>
          </p:nvPr>
        </p:nvSpPr>
        <p:spPr>
          <a:xfrm>
            <a:off x="5988350" y="202589"/>
            <a:ext cx="2855141" cy="194651"/>
          </a:xfrm>
        </p:spPr>
        <p:txBody>
          <a:bodyPr wrap="none">
            <a:noAutofit/>
          </a:bodyPr>
          <a:lstStyle>
            <a:lvl1pPr marL="0" indent="0" algn="r">
              <a:buNone/>
              <a:defRPr sz="900" baseline="0">
                <a:solidFill>
                  <a:schemeClr val="tx1">
                    <a:lumMod val="75000"/>
                    <a:lumOff val="25000"/>
                  </a:schemeClr>
                </a:solidFill>
              </a:defRPr>
            </a:lvl1pPr>
          </a:lstStyle>
          <a:p>
            <a:pPr lvl="0"/>
            <a:r>
              <a:rPr lang="en-US" dirty="0"/>
              <a:t>DEPARTMENT NAME (optional)</a:t>
            </a:r>
          </a:p>
        </p:txBody>
      </p:sp>
    </p:spTree>
  </p:cSld>
  <p:clrMapOvr>
    <a:masterClrMapping/>
  </p:clrMapOvr>
  <p:extLst>
    <p:ext uri="{DCECCB84-F9BA-43D5-87BE-67443E8EF086}">
      <p15:sldGuideLst xmlns:p15="http://schemas.microsoft.com/office/powerpoint/2012/main">
        <p15:guide id="1" pos="342" userDrawn="1">
          <p15:clr>
            <a:srgbClr val="FBAE40"/>
          </p15:clr>
        </p15:guide>
        <p15:guide id="2" pos="414" userDrawn="1">
          <p15:clr>
            <a:srgbClr val="FBAE40"/>
          </p15:clr>
        </p15:guide>
        <p15:guide id="3" pos="756" userDrawn="1">
          <p15:clr>
            <a:srgbClr val="FBAE40"/>
          </p15:clr>
        </p15:guide>
        <p15:guide id="4" pos="828" userDrawn="1">
          <p15:clr>
            <a:srgbClr val="FBAE40"/>
          </p15:clr>
        </p15:guide>
        <p15:guide id="5" pos="1170" userDrawn="1">
          <p15:clr>
            <a:srgbClr val="FBAE40"/>
          </p15:clr>
        </p15:guide>
        <p15:guide id="6" pos="1251" userDrawn="1">
          <p15:clr>
            <a:srgbClr val="FBAE40"/>
          </p15:clr>
        </p15:guide>
        <p15:guide id="7" pos="1593" userDrawn="1">
          <p15:clr>
            <a:srgbClr val="FBAE40"/>
          </p15:clr>
        </p15:guide>
        <p15:guide id="8" pos="1665" userDrawn="1">
          <p15:clr>
            <a:srgbClr val="FBAE40"/>
          </p15:clr>
        </p15:guide>
        <p15:guide id="9" pos="2007" userDrawn="1">
          <p15:clr>
            <a:srgbClr val="FBAE40"/>
          </p15:clr>
        </p15:guide>
        <p15:guide id="10" pos="2079" userDrawn="1">
          <p15:clr>
            <a:srgbClr val="FBAE40"/>
          </p15:clr>
        </p15:guide>
        <p15:guide id="11" pos="2421" userDrawn="1">
          <p15:clr>
            <a:srgbClr val="FBAE40"/>
          </p15:clr>
        </p15:guide>
        <p15:guide id="12" pos="2493" userDrawn="1">
          <p15:clr>
            <a:srgbClr val="FBAE40"/>
          </p15:clr>
        </p15:guide>
        <p15:guide id="13" pos="2844" userDrawn="1">
          <p15:clr>
            <a:srgbClr val="FBAE40"/>
          </p15:clr>
        </p15:guide>
        <p15:guide id="14" pos="2916" userDrawn="1">
          <p15:clr>
            <a:srgbClr val="FBAE40"/>
          </p15:clr>
        </p15:guide>
        <p15:guide id="15" pos="3249" userDrawn="1">
          <p15:clr>
            <a:srgbClr val="FBAE40"/>
          </p15:clr>
        </p15:guide>
        <p15:guide id="16" pos="3339" userDrawn="1">
          <p15:clr>
            <a:srgbClr val="FBAE40"/>
          </p15:clr>
        </p15:guide>
        <p15:guide id="17" pos="3672" userDrawn="1">
          <p15:clr>
            <a:srgbClr val="FBAE40"/>
          </p15:clr>
        </p15:guide>
        <p15:guide id="18" pos="3753" userDrawn="1">
          <p15:clr>
            <a:srgbClr val="FBAE40"/>
          </p15:clr>
        </p15:guide>
        <p15:guide id="19" pos="4086" userDrawn="1">
          <p15:clr>
            <a:srgbClr val="FBAE40"/>
          </p15:clr>
        </p15:guide>
        <p15:guide id="20" pos="4176" userDrawn="1">
          <p15:clr>
            <a:srgbClr val="FBAE40"/>
          </p15:clr>
        </p15:guide>
        <p15:guide id="21" pos="4923" userDrawn="1">
          <p15:clr>
            <a:srgbClr val="FBAE40"/>
          </p15:clr>
        </p15:guide>
        <p15:guide id="22" pos="5004" userDrawn="1">
          <p15:clr>
            <a:srgbClr val="FBAE40"/>
          </p15:clr>
        </p15:guide>
        <p15:guide id="23" pos="5328" userDrawn="1">
          <p15:clr>
            <a:srgbClr val="FBAE40"/>
          </p15:clr>
        </p15:guide>
        <p15:guide id="24" pos="5418" userDrawn="1">
          <p15:clr>
            <a:srgbClr val="FBAE40"/>
          </p15:clr>
        </p15:guide>
        <p15:guide id="25" orient="horz" pos="216" userDrawn="1">
          <p15:clr>
            <a:srgbClr val="FBAE40"/>
          </p15:clr>
        </p15:guide>
        <p15:guide id="26" pos="4509" userDrawn="1">
          <p15:clr>
            <a:srgbClr val="FBAE40"/>
          </p15:clr>
        </p15:guide>
        <p15:guide id="27" pos="458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P Template Blank">
    <p:spTree>
      <p:nvGrpSpPr>
        <p:cNvPr id="1" name=""/>
        <p:cNvGrpSpPr/>
        <p:nvPr/>
      </p:nvGrpSpPr>
      <p:grpSpPr>
        <a:xfrm>
          <a:off x="0" y="0"/>
          <a:ext cx="0" cy="0"/>
          <a:chOff x="0" y="0"/>
          <a:chExt cx="0" cy="0"/>
        </a:xfrm>
      </p:grpSpPr>
      <p:sp>
        <p:nvSpPr>
          <p:cNvPr id="5"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750">
                <a:solidFill>
                  <a:schemeClr val="tx1">
                    <a:tint val="75000"/>
                  </a:schemeClr>
                </a:solidFill>
              </a:defRPr>
            </a:lvl1pPr>
          </a:lstStyle>
          <a:p>
            <a:fld id="{8C8B385D-DF67-E241-B0BF-76B80A8E743B}" type="slidenum">
              <a:rPr lang="en-US" smtClean="0"/>
              <a:pPr/>
              <a:t>‹#›</a:t>
            </a:fld>
            <a:endParaRPr lang="en-US" dirty="0"/>
          </a:p>
        </p:txBody>
      </p:sp>
      <p:sp>
        <p:nvSpPr>
          <p:cNvPr id="6" name="Text Placeholder 10"/>
          <p:cNvSpPr>
            <a:spLocks noGrp="1"/>
          </p:cNvSpPr>
          <p:nvPr>
            <p:ph type="body" sz="quarter" idx="14" hasCustomPrompt="1"/>
          </p:nvPr>
        </p:nvSpPr>
        <p:spPr>
          <a:xfrm>
            <a:off x="229779" y="202589"/>
            <a:ext cx="2855141" cy="194651"/>
          </a:xfrm>
        </p:spPr>
        <p:txBody>
          <a:bodyPr wrap="none">
            <a:noAutofit/>
          </a:bodyPr>
          <a:lstStyle>
            <a:lvl1pPr marL="0" indent="0" algn="l">
              <a:buNone/>
              <a:defRPr sz="900" baseline="0">
                <a:solidFill>
                  <a:schemeClr val="tx1">
                    <a:lumMod val="75000"/>
                    <a:lumOff val="25000"/>
                  </a:schemeClr>
                </a:solidFill>
              </a:defRPr>
            </a:lvl1pPr>
          </a:lstStyle>
          <a:p>
            <a:pPr lvl="0"/>
            <a:r>
              <a:rPr lang="en-US" dirty="0"/>
              <a:t>CONTENT DESCRIPTION (optional)</a:t>
            </a:r>
          </a:p>
        </p:txBody>
      </p:sp>
      <p:sp>
        <p:nvSpPr>
          <p:cNvPr id="9" name="Text Placeholder 10"/>
          <p:cNvSpPr>
            <a:spLocks noGrp="1"/>
          </p:cNvSpPr>
          <p:nvPr>
            <p:ph type="body" sz="quarter" idx="15" hasCustomPrompt="1"/>
          </p:nvPr>
        </p:nvSpPr>
        <p:spPr>
          <a:xfrm>
            <a:off x="5988350" y="202589"/>
            <a:ext cx="2855141" cy="194651"/>
          </a:xfrm>
        </p:spPr>
        <p:txBody>
          <a:bodyPr wrap="none">
            <a:noAutofit/>
          </a:bodyPr>
          <a:lstStyle>
            <a:lvl1pPr marL="0" indent="0" algn="r">
              <a:buNone/>
              <a:defRPr sz="900" baseline="0">
                <a:solidFill>
                  <a:schemeClr val="tx1">
                    <a:lumMod val="75000"/>
                    <a:lumOff val="25000"/>
                  </a:schemeClr>
                </a:solidFill>
              </a:defRPr>
            </a:lvl1pPr>
          </a:lstStyle>
          <a:p>
            <a:pPr lvl="0"/>
            <a:r>
              <a:rPr lang="en-US" dirty="0"/>
              <a:t>DEPARTMENT NAME (optional)</a:t>
            </a:r>
          </a:p>
        </p:txBody>
      </p:sp>
    </p:spTree>
  </p:cSld>
  <p:clrMapOvr>
    <a:masterClrMapping/>
  </p:clrMapOvr>
  <p:extLst>
    <p:ext uri="{DCECCB84-F9BA-43D5-87BE-67443E8EF086}">
      <p15:sldGuideLst xmlns:p15="http://schemas.microsoft.com/office/powerpoint/2012/main">
        <p15:guide id="1" pos="351" userDrawn="1">
          <p15:clr>
            <a:srgbClr val="FBAE40"/>
          </p15:clr>
        </p15:guide>
        <p15:guide id="2" pos="405" userDrawn="1">
          <p15:clr>
            <a:srgbClr val="FBAE40"/>
          </p15:clr>
        </p15:guide>
        <p15:guide id="3" pos="756" userDrawn="1">
          <p15:clr>
            <a:srgbClr val="FBAE40"/>
          </p15:clr>
        </p15:guide>
        <p15:guide id="4" pos="828" userDrawn="1">
          <p15:clr>
            <a:srgbClr val="FBAE40"/>
          </p15:clr>
        </p15:guide>
        <p15:guide id="5" pos="1170" userDrawn="1">
          <p15:clr>
            <a:srgbClr val="FBAE40"/>
          </p15:clr>
        </p15:guide>
        <p15:guide id="6" pos="1251" userDrawn="1">
          <p15:clr>
            <a:srgbClr val="FBAE40"/>
          </p15:clr>
        </p15:guide>
        <p15:guide id="7" pos="1593" userDrawn="1">
          <p15:clr>
            <a:srgbClr val="FBAE40"/>
          </p15:clr>
        </p15:guide>
        <p15:guide id="8" pos="1665" userDrawn="1">
          <p15:clr>
            <a:srgbClr val="FBAE40"/>
          </p15:clr>
        </p15:guide>
        <p15:guide id="9" pos="1998" userDrawn="1">
          <p15:clr>
            <a:srgbClr val="FBAE40"/>
          </p15:clr>
        </p15:guide>
        <p15:guide id="10" pos="2088" userDrawn="1">
          <p15:clr>
            <a:srgbClr val="FBAE40"/>
          </p15:clr>
        </p15:guide>
        <p15:guide id="11" pos="2412" userDrawn="1">
          <p15:clr>
            <a:srgbClr val="FBAE40"/>
          </p15:clr>
        </p15:guide>
        <p15:guide id="12" pos="2493" userDrawn="1">
          <p15:clr>
            <a:srgbClr val="FBAE40"/>
          </p15:clr>
        </p15:guide>
        <p15:guide id="13" pos="2835" userDrawn="1">
          <p15:clr>
            <a:srgbClr val="FBAE40"/>
          </p15:clr>
        </p15:guide>
        <p15:guide id="14" pos="2925" userDrawn="1">
          <p15:clr>
            <a:srgbClr val="FBAE40"/>
          </p15:clr>
        </p15:guide>
        <p15:guide id="15" pos="3249" userDrawn="1">
          <p15:clr>
            <a:srgbClr val="FBAE40"/>
          </p15:clr>
        </p15:guide>
        <p15:guide id="16" pos="3339" userDrawn="1">
          <p15:clr>
            <a:srgbClr val="FBAE40"/>
          </p15:clr>
        </p15:guide>
        <p15:guide id="17" pos="3672" userDrawn="1">
          <p15:clr>
            <a:srgbClr val="FBAE40"/>
          </p15:clr>
        </p15:guide>
        <p15:guide id="18" pos="3753" userDrawn="1">
          <p15:clr>
            <a:srgbClr val="FBAE40"/>
          </p15:clr>
        </p15:guide>
        <p15:guide id="19" pos="4086" userDrawn="1">
          <p15:clr>
            <a:srgbClr val="FBAE40"/>
          </p15:clr>
        </p15:guide>
        <p15:guide id="20" pos="4167" userDrawn="1">
          <p15:clr>
            <a:srgbClr val="FBAE40"/>
          </p15:clr>
        </p15:guide>
        <p15:guide id="21" pos="4923" userDrawn="1">
          <p15:clr>
            <a:srgbClr val="FBAE40"/>
          </p15:clr>
        </p15:guide>
        <p15:guide id="22" pos="5004" userDrawn="1">
          <p15:clr>
            <a:srgbClr val="FBAE40"/>
          </p15:clr>
        </p15:guide>
        <p15:guide id="23" pos="5337" userDrawn="1">
          <p15:clr>
            <a:srgbClr val="FBAE40"/>
          </p15:clr>
        </p15:guide>
        <p15:guide id="24" pos="5418" userDrawn="1">
          <p15:clr>
            <a:srgbClr val="FBAE40"/>
          </p15:clr>
        </p15:guide>
        <p15:guide id="25" orient="horz" pos="216" userDrawn="1">
          <p15:clr>
            <a:srgbClr val="FBAE40"/>
          </p15:clr>
        </p15:guide>
        <p15:guide id="26" pos="4509" userDrawn="1">
          <p15:clr>
            <a:srgbClr val="FBAE40"/>
          </p15:clr>
        </p15:guide>
        <p15:guide id="27" pos="458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rue 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sz="1000"/>
            </a:lvl1pPr>
          </a:lstStyle>
          <a:p>
            <a:fld id="{8C8B385D-DF67-E241-B0BF-76B80A8E743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2.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image" Target="../media/image1.emf"/><Relationship Id="rId5" Type="http://schemas.openxmlformats.org/officeDocument/2006/relationships/theme" Target="../theme/theme4.xml"/><Relationship Id="rId4"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image" Target="../media/image1.emf"/><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theme" Target="../theme/theme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Placeholder 7"/>
          <p:cNvSpPr>
            <a:spLocks noGrp="1"/>
          </p:cNvSpPr>
          <p:nvPr>
            <p:ph type="title"/>
          </p:nvPr>
        </p:nvSpPr>
        <p:spPr>
          <a:xfrm>
            <a:off x="628568" y="2199737"/>
            <a:ext cx="7886864" cy="1690776"/>
          </a:xfrm>
          <a:prstGeom prst="rect">
            <a:avLst/>
          </a:prstGeom>
        </p:spPr>
        <p:txBody>
          <a:bodyPr vert="horz" lIns="91440" tIns="45720" rIns="91440" bIns="45720" rtlCol="0" anchor="ctr">
            <a:normAutofit/>
          </a:bodyPr>
          <a:lstStyle/>
          <a:p>
            <a:r>
              <a:rPr lang="en-US" dirty="0"/>
              <a:t>Title of presentation goes in this space</a:t>
            </a:r>
          </a:p>
        </p:txBody>
      </p:sp>
      <p:sp>
        <p:nvSpPr>
          <p:cNvPr id="4"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750">
                <a:solidFill>
                  <a:schemeClr val="tx1">
                    <a:tint val="75000"/>
                  </a:schemeClr>
                </a:solidFill>
              </a:defRPr>
            </a:lvl1pPr>
          </a:lstStyle>
          <a:p>
            <a:fld id="{8C8B385D-DF67-E241-B0BF-76B80A8E743B}" type="slidenum">
              <a:rPr lang="en-US" smtClean="0"/>
              <a:pPr/>
              <a:t>‹#›</a:t>
            </a:fld>
            <a:r>
              <a:rPr lang="en-US"/>
              <a:t>  |   Copyright © 2017 Kaiser Foundation Health Plan, Inc.</a:t>
            </a:r>
          </a:p>
        </p:txBody>
      </p:sp>
      <p:pic>
        <p:nvPicPr>
          <p:cNvPr id="5" name="Picture 4"/>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6891453" y="6337910"/>
            <a:ext cx="2019300" cy="228600"/>
          </a:xfrm>
          <a:prstGeom prst="rect">
            <a:avLst/>
          </a:prstGeom>
        </p:spPr>
      </p:pic>
    </p:spTree>
    <p:extLst>
      <p:ext uri="{BB962C8B-B14F-4D97-AF65-F5344CB8AC3E}">
        <p14:creationId xmlns:p14="http://schemas.microsoft.com/office/powerpoint/2010/main" val="877400865"/>
      </p:ext>
    </p:extLst>
  </p:cSld>
  <p:clrMap bg1="lt1" tx1="dk1" bg2="lt2" tx2="dk2" accent1="accent1" accent2="accent2" accent3="accent3" accent4="accent4" accent5="accent5" accent6="accent6" hlink="hlink" folHlink="folHlink"/>
  <p:sldLayoutIdLst>
    <p:sldLayoutId id="2147483778" r:id="rId1"/>
    <p:sldLayoutId id="2147483779" r:id="rId2"/>
  </p:sldLayoutIdLst>
  <p:hf hdr="0" ftr="0" dt="0"/>
  <p:txStyles>
    <p:titleStyle>
      <a:lvl1pPr algn="l" defTabSz="342900" rtl="0" eaLnBrk="1" latinLnBrk="0" hangingPunct="1">
        <a:lnSpc>
          <a:spcPct val="90000"/>
        </a:lnSpc>
        <a:spcBef>
          <a:spcPct val="0"/>
        </a:spcBef>
        <a:buNone/>
        <a:defRPr sz="1950" kern="1200" baseline="0">
          <a:solidFill>
            <a:schemeClr val="bg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r>
              <a:rPr lang="en-US"/>
              <a:t>  |   Copyright © 2017 Kaiser Foundation Health Plan, Inc.</a:t>
            </a:r>
          </a:p>
        </p:txBody>
      </p:sp>
    </p:spTree>
    <p:extLst>
      <p:ext uri="{BB962C8B-B14F-4D97-AF65-F5344CB8AC3E}">
        <p14:creationId xmlns:p14="http://schemas.microsoft.com/office/powerpoint/2010/main" val="1660353636"/>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0" r:id="rId3"/>
    <p:sldLayoutId id="2147483797" r:id="rId4"/>
    <p:sldLayoutId id="2147483783" r:id="rId5"/>
  </p:sldLayoutIdLst>
  <p:hf hdr="0" ftr="0" dt="0"/>
  <p:txStyles>
    <p:titleStyle>
      <a:lvl1pPr algn="ctr" defTabSz="342900" rtl="0" eaLnBrk="1" latinLnBrk="0" hangingPunct="1">
        <a:lnSpc>
          <a:spcPct val="90000"/>
        </a:lnSpc>
        <a:spcBef>
          <a:spcPct val="0"/>
        </a:spcBef>
        <a:buNone/>
        <a:defRPr sz="1800" kern="1200" baseline="0">
          <a:solidFill>
            <a:schemeClr val="tx2"/>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750">
                <a:solidFill>
                  <a:schemeClr val="tx1">
                    <a:tint val="75000"/>
                  </a:schemeClr>
                </a:solidFill>
              </a:defRPr>
            </a:lvl1pPr>
          </a:lstStyle>
          <a:p>
            <a:fld id="{8C8B385D-DF67-E241-B0BF-76B80A8E743B}" type="slidenum">
              <a:rPr lang="en-US" smtClean="0"/>
              <a:pPr/>
              <a:t>‹#›</a:t>
            </a:fld>
            <a:r>
              <a:rPr lang="en-US"/>
              <a:t>  |   Copyright © 2017 Kaiser Foundation Health Plan, Inc.</a:t>
            </a:r>
          </a:p>
        </p:txBody>
      </p:sp>
    </p:spTree>
    <p:extLst>
      <p:ext uri="{BB962C8B-B14F-4D97-AF65-F5344CB8AC3E}">
        <p14:creationId xmlns:p14="http://schemas.microsoft.com/office/powerpoint/2010/main" val="2050440382"/>
      </p:ext>
    </p:extLst>
  </p:cSld>
  <p:clrMap bg1="lt1" tx1="dk1" bg2="lt2" tx2="dk2" accent1="accent1" accent2="accent2" accent3="accent3" accent4="accent4" accent5="accent5" accent6="accent6" hlink="hlink" folHlink="folHlink"/>
  <p:sldLayoutIdLst>
    <p:sldLayoutId id="2147483739" r:id="rId1"/>
    <p:sldLayoutId id="2147483800" r:id="rId2"/>
    <p:sldLayoutId id="2147483748" r:id="rId3"/>
    <p:sldLayoutId id="2147483750" r:id="rId4"/>
    <p:sldLayoutId id="2147483788" r:id="rId5"/>
  </p:sldLayoutIdLst>
  <p:hf hdr="0" ftr="0" dt="0"/>
  <p:txStyles>
    <p:titleStyle>
      <a:lvl1pPr algn="ctr" defTabSz="342900" rtl="0" eaLnBrk="1" latinLnBrk="0" hangingPunct="1">
        <a:lnSpc>
          <a:spcPct val="90000"/>
        </a:lnSpc>
        <a:spcBef>
          <a:spcPct val="0"/>
        </a:spcBef>
        <a:buNone/>
        <a:defRPr sz="1800" kern="1200" baseline="0">
          <a:solidFill>
            <a:schemeClr val="tx2"/>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Placeholder 7"/>
          <p:cNvSpPr>
            <a:spLocks noGrp="1"/>
          </p:cNvSpPr>
          <p:nvPr>
            <p:ph type="title"/>
          </p:nvPr>
        </p:nvSpPr>
        <p:spPr>
          <a:xfrm>
            <a:off x="628568" y="2199737"/>
            <a:ext cx="7886864" cy="1690776"/>
          </a:xfrm>
          <a:prstGeom prst="rect">
            <a:avLst/>
          </a:prstGeom>
        </p:spPr>
        <p:txBody>
          <a:bodyPr vert="horz" lIns="91440" tIns="45720" rIns="91440" bIns="45720" rtlCol="0" anchor="ctr">
            <a:noAutofit/>
          </a:bodyPr>
          <a:lstStyle/>
          <a:p>
            <a:r>
              <a:rPr lang="en-US" dirty="0"/>
              <a:t>Title of presentation goes in this space</a:t>
            </a:r>
          </a:p>
        </p:txBody>
      </p:sp>
      <p:sp>
        <p:nvSpPr>
          <p:cNvPr id="10"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r>
              <a:rPr lang="en-US"/>
              <a:t>  |   Copyright © 2017 Kaiser Foundation Health Plan, Inc.</a:t>
            </a:r>
          </a:p>
        </p:txBody>
      </p:sp>
      <p:pic>
        <p:nvPicPr>
          <p:cNvPr id="5" name="Picture 4"/>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6891453" y="6337910"/>
            <a:ext cx="2019300" cy="228600"/>
          </a:xfrm>
          <a:prstGeom prst="rect">
            <a:avLst/>
          </a:prstGeom>
        </p:spPr>
      </p:pic>
    </p:spTree>
    <p:extLst>
      <p:ext uri="{BB962C8B-B14F-4D97-AF65-F5344CB8AC3E}">
        <p14:creationId xmlns:p14="http://schemas.microsoft.com/office/powerpoint/2010/main" val="1329930431"/>
      </p:ext>
    </p:extLst>
  </p:cSld>
  <p:clrMap bg1="lt1" tx1="dk1" bg2="lt2" tx2="dk2" accent1="accent1" accent2="accent2" accent3="accent3" accent4="accent4" accent5="accent5" accent6="accent6" hlink="hlink" folHlink="folHlink"/>
  <p:sldLayoutIdLst>
    <p:sldLayoutId id="2147483784" r:id="rId1"/>
    <p:sldLayoutId id="2147483786" r:id="rId2"/>
    <p:sldLayoutId id="2147483799" r:id="rId3"/>
    <p:sldLayoutId id="2147483796" r:id="rId4"/>
  </p:sldLayoutIdLst>
  <p:hf hdr="0" ftr="0" dt="0"/>
  <p:txStyles>
    <p:titleStyle>
      <a:lvl1pPr algn="l" defTabSz="342900" rtl="0" eaLnBrk="1" latinLnBrk="0" hangingPunct="1">
        <a:lnSpc>
          <a:spcPct val="100000"/>
        </a:lnSpc>
        <a:spcBef>
          <a:spcPct val="0"/>
        </a:spcBef>
        <a:buNone/>
        <a:defRPr sz="1950" kern="1200" baseline="0">
          <a:solidFill>
            <a:schemeClr val="bg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1"/>
            <a:ext cx="9144000" cy="609024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8" name="Title Placeholder 7"/>
          <p:cNvSpPr>
            <a:spLocks noGrp="1"/>
          </p:cNvSpPr>
          <p:nvPr>
            <p:ph type="title"/>
          </p:nvPr>
        </p:nvSpPr>
        <p:spPr>
          <a:xfrm>
            <a:off x="628568" y="2199737"/>
            <a:ext cx="7886864" cy="1690776"/>
          </a:xfrm>
          <a:prstGeom prst="rect">
            <a:avLst/>
          </a:prstGeom>
        </p:spPr>
        <p:txBody>
          <a:bodyPr vert="horz" lIns="91440" tIns="45720" rIns="91440" bIns="45720" rtlCol="0" anchor="ctr">
            <a:noAutofit/>
          </a:bodyPr>
          <a:lstStyle/>
          <a:p>
            <a:r>
              <a:rPr lang="en-US" dirty="0"/>
              <a:t>Title of presentation goes in this space</a:t>
            </a:r>
          </a:p>
        </p:txBody>
      </p:sp>
      <p:sp>
        <p:nvSpPr>
          <p:cNvPr id="9"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r>
              <a:rPr lang="en-US"/>
              <a:t>  |   Copyright © 2017 Kaiser Foundation Health Plan, Inc.</a:t>
            </a:r>
          </a:p>
        </p:txBody>
      </p:sp>
      <p:pic>
        <p:nvPicPr>
          <p:cNvPr id="6" name="Picture 5"/>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6891453" y="6337910"/>
            <a:ext cx="2019300" cy="228600"/>
          </a:xfrm>
          <a:prstGeom prst="rect">
            <a:avLst/>
          </a:prstGeom>
        </p:spPr>
      </p:pic>
    </p:spTree>
    <p:extLst>
      <p:ext uri="{BB962C8B-B14F-4D97-AF65-F5344CB8AC3E}">
        <p14:creationId xmlns:p14="http://schemas.microsoft.com/office/powerpoint/2010/main" val="1029794923"/>
      </p:ext>
    </p:extLst>
  </p:cSld>
  <p:clrMap bg1="lt1" tx1="dk1" bg2="lt2" tx2="dk2" accent1="accent1" accent2="accent2" accent3="accent3" accent4="accent4" accent5="accent5" accent6="accent6" hlink="hlink" folHlink="folHlink"/>
  <p:sldLayoutIdLst>
    <p:sldLayoutId id="2147483688" r:id="rId1"/>
    <p:sldLayoutId id="2147483772" r:id="rId2"/>
    <p:sldLayoutId id="2147483775" r:id="rId3"/>
  </p:sldLayoutIdLst>
  <p:hf hdr="0" ftr="0" dt="0"/>
  <p:txStyles>
    <p:titleStyle>
      <a:lvl1pPr algn="l" defTabSz="342900" rtl="0" eaLnBrk="1" latinLnBrk="0" hangingPunct="1">
        <a:lnSpc>
          <a:spcPct val="100000"/>
        </a:lnSpc>
        <a:spcBef>
          <a:spcPct val="0"/>
        </a:spcBef>
        <a:buNone/>
        <a:defRPr sz="1950" kern="1200" baseline="0">
          <a:solidFill>
            <a:schemeClr val="bg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723901"/>
            <a:ext cx="7886700" cy="910957"/>
          </a:xfrm>
          <a:prstGeom prst="rect">
            <a:avLst/>
          </a:prstGeom>
        </p:spPr>
        <p:txBody>
          <a:bodyPr vert="horz" lIns="91440" tIns="45720" rIns="91440" bIns="45720" rtlCol="0" anchor="ctr" anchorCtr="0">
            <a:noAutofit/>
          </a:bodyPr>
          <a:lstStyle/>
          <a:p>
            <a:r>
              <a:rPr lang="en-US" dirty="0"/>
              <a:t>Click to edit Master title style</a:t>
            </a:r>
          </a:p>
        </p:txBody>
      </p:sp>
      <p:sp>
        <p:nvSpPr>
          <p:cNvPr id="3" name="Text Placeholder 2"/>
          <p:cNvSpPr>
            <a:spLocks noGrp="1"/>
          </p:cNvSpPr>
          <p:nvPr>
            <p:ph type="body" idx="1"/>
          </p:nvPr>
        </p:nvSpPr>
        <p:spPr>
          <a:xfrm>
            <a:off x="628650" y="1767663"/>
            <a:ext cx="78867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userDrawn="1"/>
        </p:nvSpPr>
        <p:spPr>
          <a:xfrm>
            <a:off x="0" y="3429000"/>
            <a:ext cx="67447"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8" name="Rectangle 7"/>
          <p:cNvSpPr/>
          <p:nvPr userDrawn="1"/>
        </p:nvSpPr>
        <p:spPr>
          <a:xfrm>
            <a:off x="0" y="0"/>
            <a:ext cx="67447" cy="3429000"/>
          </a:xfrm>
          <a:prstGeom prst="rect">
            <a:avLst/>
          </a:prstGeom>
          <a:solidFill>
            <a:srgbClr val="92C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67"/>
          </a:p>
        </p:txBody>
      </p:sp>
      <p:sp>
        <p:nvSpPr>
          <p:cNvPr id="11" name="Slide Number Placeholder 8"/>
          <p:cNvSpPr>
            <a:spLocks noGrp="1"/>
          </p:cNvSpPr>
          <p:nvPr>
            <p:ph type="sldNum" sz="quarter" idx="4"/>
          </p:nvPr>
        </p:nvSpPr>
        <p:spPr>
          <a:xfrm>
            <a:off x="245962" y="6381474"/>
            <a:ext cx="6089409"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endParaRPr lang="en-US" dirty="0"/>
          </a:p>
        </p:txBody>
      </p:sp>
    </p:spTree>
    <p:extLst>
      <p:ext uri="{BB962C8B-B14F-4D97-AF65-F5344CB8AC3E}">
        <p14:creationId xmlns:p14="http://schemas.microsoft.com/office/powerpoint/2010/main" val="423530926"/>
      </p:ext>
    </p:extLst>
  </p:cSld>
  <p:clrMap bg1="lt1" tx1="dk1" bg2="lt2" tx2="dk2" accent1="accent1" accent2="accent2" accent3="accent3" accent4="accent4" accent5="accent5" accent6="accent6" hlink="hlink" folHlink="folHlink"/>
  <p:sldLayoutIdLst>
    <p:sldLayoutId id="2147483700" r:id="rId1"/>
    <p:sldLayoutId id="2147483794" r:id="rId2"/>
    <p:sldLayoutId id="2147483793" r:id="rId3"/>
    <p:sldLayoutId id="2147483712" r:id="rId4"/>
    <p:sldLayoutId id="2147483703" r:id="rId5"/>
    <p:sldLayoutId id="2147483733" r:id="rId6"/>
  </p:sldLayoutIdLst>
  <p:hf hdr="0" ftr="0" dt="0"/>
  <p:txStyles>
    <p:titleStyle>
      <a:lvl1pPr algn="l" defTabSz="685800" rtl="0" eaLnBrk="1" latinLnBrk="0" hangingPunct="1">
        <a:lnSpc>
          <a:spcPct val="100000"/>
        </a:lnSpc>
        <a:spcBef>
          <a:spcPct val="0"/>
        </a:spcBef>
        <a:buNone/>
        <a:defRPr sz="1900" b="0" kern="1200">
          <a:solidFill>
            <a:schemeClr val="tx2"/>
          </a:solidFill>
          <a:latin typeface="+mj-lt"/>
          <a:ea typeface="+mj-ea"/>
          <a:cs typeface="+mj-cs"/>
        </a:defRPr>
      </a:lvl1pPr>
    </p:titleStyle>
    <p:bodyStyle>
      <a:lvl1pPr marL="171450" indent="-171450" algn="l" defTabSz="685800" rtl="0" eaLnBrk="1" latinLnBrk="0" hangingPunct="1">
        <a:lnSpc>
          <a:spcPct val="110000"/>
        </a:lnSpc>
        <a:spcBef>
          <a:spcPts val="250"/>
        </a:spcBef>
        <a:spcAft>
          <a:spcPts val="250"/>
        </a:spcAft>
        <a:buFont typeface="Arial" panose="020B0604020202020204" pitchFamily="34" charset="0"/>
        <a:buChar char="•"/>
        <a:defRPr sz="1400" kern="1200">
          <a:solidFill>
            <a:schemeClr val="tx1">
              <a:lumMod val="85000"/>
              <a:lumOff val="15000"/>
            </a:schemeClr>
          </a:solidFill>
          <a:latin typeface="+mn-lt"/>
          <a:ea typeface="+mn-ea"/>
          <a:cs typeface="+mn-cs"/>
        </a:defRPr>
      </a:lvl1pPr>
      <a:lvl2pPr marL="514350" indent="-171450" algn="l" defTabSz="685800" rtl="0" eaLnBrk="1" latinLnBrk="0" hangingPunct="1">
        <a:lnSpc>
          <a:spcPct val="110000"/>
        </a:lnSpc>
        <a:spcBef>
          <a:spcPts val="250"/>
        </a:spcBef>
        <a:spcAft>
          <a:spcPts val="250"/>
        </a:spcAft>
        <a:buSzPct val="80000"/>
        <a:buFont typeface="Wingdings" charset="2"/>
        <a:buChar char="§"/>
        <a:defRPr sz="1400" kern="1200">
          <a:solidFill>
            <a:schemeClr val="tx1">
              <a:lumMod val="85000"/>
              <a:lumOff val="15000"/>
            </a:schemeClr>
          </a:solidFill>
          <a:latin typeface="+mn-lt"/>
          <a:ea typeface="+mn-ea"/>
          <a:cs typeface="+mn-cs"/>
        </a:defRPr>
      </a:lvl2pPr>
      <a:lvl3pPr marL="857250" indent="-171450" algn="l" defTabSz="685800" rtl="0" eaLnBrk="1" latinLnBrk="0" hangingPunct="1">
        <a:lnSpc>
          <a:spcPct val="110000"/>
        </a:lnSpc>
        <a:spcBef>
          <a:spcPts val="250"/>
        </a:spcBef>
        <a:spcAft>
          <a:spcPts val="250"/>
        </a:spcAft>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200150" indent="-171450" algn="l" defTabSz="685800" rtl="0" eaLnBrk="1" latinLnBrk="0" hangingPunct="1">
        <a:lnSpc>
          <a:spcPct val="110000"/>
        </a:lnSpc>
        <a:spcBef>
          <a:spcPts val="250"/>
        </a:spcBef>
        <a:spcAft>
          <a:spcPts val="250"/>
        </a:spcAft>
        <a:buSzPct val="80000"/>
        <a:buFont typeface="Wingdings" charset="2"/>
        <a:buChar char="§"/>
        <a:defRPr sz="1400" kern="1200">
          <a:solidFill>
            <a:schemeClr val="tx1">
              <a:lumMod val="85000"/>
              <a:lumOff val="15000"/>
            </a:schemeClr>
          </a:solidFill>
          <a:latin typeface="+mn-lt"/>
          <a:ea typeface="+mn-ea"/>
          <a:cs typeface="+mn-cs"/>
        </a:defRPr>
      </a:lvl4pPr>
      <a:lvl5pPr marL="1543050" indent="-171450" algn="l" defTabSz="685800" rtl="0" eaLnBrk="1" latinLnBrk="0" hangingPunct="1">
        <a:lnSpc>
          <a:spcPct val="110000"/>
        </a:lnSpc>
        <a:spcBef>
          <a:spcPts val="250"/>
        </a:spcBef>
        <a:spcAft>
          <a:spcPts val="250"/>
        </a:spcAft>
        <a:buFont typeface="Arial" panose="020B0604020202020204" pitchFamily="34" charset="0"/>
        <a:buChar char="•"/>
        <a:defRPr sz="1400" kern="1200">
          <a:solidFill>
            <a:schemeClr val="tx1">
              <a:lumMod val="85000"/>
              <a:lumOff val="1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Slide Number Placeholder 8"/>
          <p:cNvSpPr>
            <a:spLocks noGrp="1"/>
          </p:cNvSpPr>
          <p:nvPr>
            <p:ph type="sldNum" sz="quarter" idx="4"/>
          </p:nvPr>
        </p:nvSpPr>
        <p:spPr>
          <a:xfrm>
            <a:off x="245962" y="6381474"/>
            <a:ext cx="5668293" cy="365125"/>
          </a:xfrm>
          <a:prstGeom prst="rect">
            <a:avLst/>
          </a:prstGeom>
        </p:spPr>
        <p:txBody>
          <a:bodyPr vert="horz" lIns="91440" tIns="45720" rIns="91440" bIns="45720" rtlCol="0" anchor="b" anchorCtr="0"/>
          <a:lstStyle>
            <a:lvl1pPr algn="l">
              <a:defRPr sz="1000">
                <a:solidFill>
                  <a:schemeClr val="tx1">
                    <a:tint val="75000"/>
                  </a:schemeClr>
                </a:solidFill>
              </a:defRPr>
            </a:lvl1pPr>
          </a:lstStyle>
          <a:p>
            <a:fld id="{8C8B385D-DF67-E241-B0BF-76B80A8E743B}" type="slidenum">
              <a:rPr lang="en-US" smtClean="0"/>
              <a:pPr/>
              <a:t>‹#›</a:t>
            </a:fld>
            <a:endParaRPr lang="en-US" dirty="0"/>
          </a:p>
        </p:txBody>
      </p:sp>
    </p:spTree>
    <p:extLst>
      <p:ext uri="{BB962C8B-B14F-4D97-AF65-F5344CB8AC3E}">
        <p14:creationId xmlns:p14="http://schemas.microsoft.com/office/powerpoint/2010/main" val="1840135151"/>
      </p:ext>
    </p:extLst>
  </p:cSld>
  <p:clrMap bg1="lt1" tx1="dk1" bg2="lt2" tx2="dk2" accent1="accent1" accent2="accent2" accent3="accent3" accent4="accent4" accent5="accent5" accent6="accent6" hlink="hlink" folHlink="folHlink"/>
  <p:sldLayoutIdLst>
    <p:sldLayoutId id="2147483731" r:id="rId1"/>
  </p:sldLayoutIdLst>
  <p:hf hdr="0" ftr="0" dt="0"/>
  <p:txStyles>
    <p:titleStyle>
      <a:lvl1pPr algn="l" defTabSz="342900" rtl="0" eaLnBrk="1" latinLnBrk="0" hangingPunct="1">
        <a:lnSpc>
          <a:spcPct val="90000"/>
        </a:lnSpc>
        <a:spcBef>
          <a:spcPct val="0"/>
        </a:spcBef>
        <a:buNone/>
        <a:defRPr sz="1800" kern="1200" baseline="0">
          <a:solidFill>
            <a:schemeClr val="bg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0.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5.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3.xml"/><Relationship Id="rId4" Type="http://schemas.openxmlformats.org/officeDocument/2006/relationships/hyperlink" Target="https://www.cdc.gov/antimicrobial-resistance/data-research/threats/update-2022.html?ACSTrackingID=USCDC_426-DM132119&amp;ACSTrackingLabel=Just%20released!%20CDC%20reports%20on%20AR%20burden&amp;deliveryName=USCDC_426-DM132119"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MRSA Surveillance Culture and </a:t>
            </a:r>
            <a:br>
              <a:rPr lang="en-US" sz="4000" dirty="0"/>
            </a:br>
            <a:r>
              <a:rPr lang="en-US" sz="4000" dirty="0"/>
              <a:t>Vancomycin IV for Pneumonia</a:t>
            </a:r>
          </a:p>
        </p:txBody>
      </p:sp>
      <p:sp>
        <p:nvSpPr>
          <p:cNvPr id="3" name="Text Placeholder 2"/>
          <p:cNvSpPr>
            <a:spLocks noGrp="1"/>
          </p:cNvSpPr>
          <p:nvPr>
            <p:ph type="body" sz="quarter" idx="10"/>
          </p:nvPr>
        </p:nvSpPr>
        <p:spPr>
          <a:xfrm>
            <a:off x="3575296" y="4922683"/>
            <a:ext cx="5568704" cy="1155940"/>
          </a:xfrm>
        </p:spPr>
        <p:txBody>
          <a:bodyPr/>
          <a:lstStyle/>
          <a:p>
            <a:pPr marL="0" indent="0" algn="r" eaLnBrk="1" hangingPunct="1"/>
            <a:endParaRPr lang="en-US" sz="1600" b="0" dirty="0">
              <a:solidFill>
                <a:schemeClr val="bg1"/>
              </a:solidFill>
            </a:endParaRPr>
          </a:p>
          <a:p>
            <a:pPr marL="0" indent="0" algn="r" eaLnBrk="1" hangingPunct="1"/>
            <a:r>
              <a:rPr lang="en-US" sz="1600" dirty="0"/>
              <a:t>Presenter Dr. Sara Sirajuddin MD, MD, Infectious Diseases</a:t>
            </a:r>
          </a:p>
          <a:p>
            <a:pPr marL="0" indent="0" algn="r" eaLnBrk="1" hangingPunct="1"/>
            <a:r>
              <a:rPr lang="en-US" sz="1600" b="0" dirty="0">
                <a:solidFill>
                  <a:schemeClr val="bg1"/>
                </a:solidFill>
              </a:rPr>
              <a:t>Slides by Frances Wong, PharmD, MEd, MPH, BCPS, BCIDP</a:t>
            </a:r>
          </a:p>
          <a:p>
            <a:pPr marL="0" indent="0" algn="r" eaLnBrk="1" hangingPunct="1"/>
            <a:r>
              <a:rPr lang="en-US" sz="1600" b="0" dirty="0">
                <a:solidFill>
                  <a:schemeClr val="bg1"/>
                </a:solidFill>
              </a:rPr>
              <a:t>Kaiser Permanente Medical Center</a:t>
            </a:r>
          </a:p>
          <a:p>
            <a:pPr marL="0" indent="0" algn="r" eaLnBrk="1" hangingPunct="1"/>
            <a:r>
              <a:rPr lang="en-US" sz="1600" b="0" dirty="0">
                <a:solidFill>
                  <a:schemeClr val="bg1"/>
                </a:solidFill>
              </a:rPr>
              <a:t>Fontana, California</a:t>
            </a:r>
          </a:p>
          <a:p>
            <a:pPr marL="0" indent="0" algn="r" eaLnBrk="1" hangingPunct="1"/>
            <a:r>
              <a:rPr lang="en-US" sz="1600" dirty="0"/>
              <a:t>9/24/2024</a:t>
            </a:r>
            <a:endParaRPr lang="en-US" sz="1600" b="0" dirty="0">
              <a:solidFill>
                <a:schemeClr val="bg1"/>
              </a:solidFill>
            </a:endParaRPr>
          </a:p>
          <a:p>
            <a:endParaRPr lang="en-US" sz="1600" dirty="0"/>
          </a:p>
        </p:txBody>
      </p:sp>
      <p:sp>
        <p:nvSpPr>
          <p:cNvPr id="4" name="Slide Number Placeholder 3"/>
          <p:cNvSpPr>
            <a:spLocks noGrp="1"/>
          </p:cNvSpPr>
          <p:nvPr>
            <p:ph type="sldNum" sz="quarter" idx="11"/>
          </p:nvPr>
        </p:nvSpPr>
        <p:spPr/>
        <p:txBody>
          <a:bodyPr/>
          <a:lstStyle/>
          <a:p>
            <a:fld id="{8C8B385D-DF67-E241-B0BF-76B80A8E743B}" type="slidenum">
              <a:rPr lang="en-US" smtClean="0"/>
              <a:pPr/>
              <a:t>1</a:t>
            </a:fld>
            <a:r>
              <a:rPr lang="en-US"/>
              <a:t>  |   Copyright © 2017 Kaiser Foundation Health Plan, Inc.</a:t>
            </a:r>
          </a:p>
        </p:txBody>
      </p:sp>
    </p:spTree>
    <p:extLst>
      <p:ext uri="{BB962C8B-B14F-4D97-AF65-F5344CB8AC3E}">
        <p14:creationId xmlns:p14="http://schemas.microsoft.com/office/powerpoint/2010/main" val="136605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3"/>
          <p:cNvSpPr>
            <a:spLocks noChangeArrowheads="1"/>
          </p:cNvSpPr>
          <p:nvPr/>
        </p:nvSpPr>
        <p:spPr bwMode="gray">
          <a:xfrm>
            <a:off x="665917" y="1713417"/>
            <a:ext cx="5361923" cy="506658"/>
          </a:xfrm>
          <a:prstGeom prst="rect">
            <a:avLst/>
          </a:prstGeom>
          <a:solidFill>
            <a:schemeClr val="accent1"/>
          </a:solidFill>
          <a:ln>
            <a:noFill/>
          </a:ln>
          <a:effectLst/>
        </p:spPr>
        <p:txBody>
          <a:bodyPr wrap="none" anchor="ctr"/>
          <a:lstStyle/>
          <a:p>
            <a:endParaRPr lang="en-US" sz="2800" dirty="0"/>
          </a:p>
        </p:txBody>
      </p:sp>
      <p:sp>
        <p:nvSpPr>
          <p:cNvPr id="24" name="Text Box 4"/>
          <p:cNvSpPr txBox="1">
            <a:spLocks noChangeArrowheads="1"/>
          </p:cNvSpPr>
          <p:nvPr/>
        </p:nvSpPr>
        <p:spPr bwMode="gray">
          <a:xfrm>
            <a:off x="665917" y="1687120"/>
            <a:ext cx="5125765" cy="52322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r>
              <a:rPr lang="en-US" altLang="x-none" sz="2800" dirty="0">
                <a:solidFill>
                  <a:schemeClr val="bg1"/>
                </a:solidFill>
                <a:latin typeface="+mj-lt"/>
              </a:rPr>
              <a:t>Vancomycin IV Usages</a:t>
            </a:r>
          </a:p>
        </p:txBody>
      </p:sp>
      <p:sp>
        <p:nvSpPr>
          <p:cNvPr id="25" name="Rectangle 5"/>
          <p:cNvSpPr>
            <a:spLocks noChangeArrowheads="1"/>
          </p:cNvSpPr>
          <p:nvPr/>
        </p:nvSpPr>
        <p:spPr bwMode="gray">
          <a:xfrm>
            <a:off x="665917" y="2383951"/>
            <a:ext cx="5375095" cy="515113"/>
          </a:xfrm>
          <a:prstGeom prst="rect">
            <a:avLst/>
          </a:prstGeom>
          <a:solidFill>
            <a:schemeClr val="accent1"/>
          </a:solidFill>
          <a:ln>
            <a:noFill/>
          </a:ln>
          <a:effectLst/>
        </p:spPr>
        <p:txBody>
          <a:bodyPr wrap="none" anchor="ctr"/>
          <a:lstStyle/>
          <a:p>
            <a:endParaRPr lang="en-US" sz="2800" dirty="0"/>
          </a:p>
        </p:txBody>
      </p:sp>
      <p:sp>
        <p:nvSpPr>
          <p:cNvPr id="26" name="Text Box 6"/>
          <p:cNvSpPr txBox="1">
            <a:spLocks noChangeArrowheads="1"/>
          </p:cNvSpPr>
          <p:nvPr/>
        </p:nvSpPr>
        <p:spPr bwMode="gray">
          <a:xfrm>
            <a:off x="629448" y="2354616"/>
            <a:ext cx="5125765" cy="52322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r>
              <a:rPr lang="en-US" altLang="x-none" sz="2800" dirty="0">
                <a:solidFill>
                  <a:schemeClr val="bg1"/>
                </a:solidFill>
                <a:latin typeface="+mj-lt"/>
              </a:rPr>
              <a:t>Local Prevalence of MRSA</a:t>
            </a:r>
          </a:p>
        </p:txBody>
      </p:sp>
      <p:sp>
        <p:nvSpPr>
          <p:cNvPr id="27" name="Rectangle 7"/>
          <p:cNvSpPr>
            <a:spLocks noChangeArrowheads="1"/>
          </p:cNvSpPr>
          <p:nvPr/>
        </p:nvSpPr>
        <p:spPr bwMode="gray">
          <a:xfrm>
            <a:off x="679088" y="2998147"/>
            <a:ext cx="5348752" cy="493885"/>
          </a:xfrm>
          <a:prstGeom prst="rect">
            <a:avLst/>
          </a:prstGeom>
          <a:solidFill>
            <a:schemeClr val="accent1"/>
          </a:solidFill>
          <a:ln>
            <a:noFill/>
          </a:ln>
          <a:effectLst/>
        </p:spPr>
        <p:txBody>
          <a:bodyPr wrap="none" anchor="ctr"/>
          <a:lstStyle/>
          <a:p>
            <a:endParaRPr lang="en-US" sz="2800" dirty="0"/>
          </a:p>
        </p:txBody>
      </p:sp>
      <p:sp>
        <p:nvSpPr>
          <p:cNvPr id="28" name="Text Box 8"/>
          <p:cNvSpPr txBox="1">
            <a:spLocks noChangeArrowheads="1"/>
          </p:cNvSpPr>
          <p:nvPr/>
        </p:nvSpPr>
        <p:spPr bwMode="gray">
          <a:xfrm>
            <a:off x="643447" y="2988413"/>
            <a:ext cx="5125765" cy="52322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r>
              <a:rPr lang="en-US" altLang="x-none" sz="2800" dirty="0">
                <a:solidFill>
                  <a:schemeClr val="bg1"/>
                </a:solidFill>
                <a:latin typeface="+mj-lt"/>
              </a:rPr>
              <a:t>MRSA Surveillance Culture</a:t>
            </a:r>
          </a:p>
        </p:txBody>
      </p:sp>
      <p:sp>
        <p:nvSpPr>
          <p:cNvPr id="29" name="Rectangle 9"/>
          <p:cNvSpPr>
            <a:spLocks noChangeArrowheads="1"/>
          </p:cNvSpPr>
          <p:nvPr/>
        </p:nvSpPr>
        <p:spPr bwMode="gray">
          <a:xfrm>
            <a:off x="665917" y="3598339"/>
            <a:ext cx="5340189" cy="502136"/>
          </a:xfrm>
          <a:prstGeom prst="rect">
            <a:avLst/>
          </a:prstGeom>
          <a:solidFill>
            <a:schemeClr val="accent1"/>
          </a:solidFill>
          <a:ln>
            <a:noFill/>
          </a:ln>
          <a:effectLst/>
        </p:spPr>
        <p:txBody>
          <a:bodyPr wrap="none" anchor="ctr"/>
          <a:lstStyle/>
          <a:p>
            <a:endParaRPr lang="en-US" sz="2800" dirty="0"/>
          </a:p>
        </p:txBody>
      </p:sp>
      <p:sp>
        <p:nvSpPr>
          <p:cNvPr id="30" name="Text Box 10"/>
          <p:cNvSpPr txBox="1">
            <a:spLocks noChangeArrowheads="1"/>
          </p:cNvSpPr>
          <p:nvPr/>
        </p:nvSpPr>
        <p:spPr bwMode="gray">
          <a:xfrm>
            <a:off x="643449" y="3581381"/>
            <a:ext cx="5125765" cy="52322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r>
              <a:rPr lang="en-US" altLang="x-none" sz="2800" dirty="0">
                <a:solidFill>
                  <a:schemeClr val="bg1"/>
                </a:solidFill>
              </a:rPr>
              <a:t>Questions and Answers</a:t>
            </a:r>
          </a:p>
        </p:txBody>
      </p:sp>
      <p:sp>
        <p:nvSpPr>
          <p:cNvPr id="31" name="Rectangle 11"/>
          <p:cNvSpPr>
            <a:spLocks noChangeArrowheads="1"/>
          </p:cNvSpPr>
          <p:nvPr/>
        </p:nvSpPr>
        <p:spPr bwMode="gray">
          <a:xfrm>
            <a:off x="665916" y="4217210"/>
            <a:ext cx="5361923" cy="518006"/>
          </a:xfrm>
          <a:prstGeom prst="rect">
            <a:avLst/>
          </a:prstGeom>
          <a:solidFill>
            <a:schemeClr val="accent1"/>
          </a:solidFill>
          <a:ln>
            <a:noFill/>
          </a:ln>
          <a:effectLst/>
        </p:spPr>
        <p:txBody>
          <a:bodyPr wrap="none" anchor="ctr"/>
          <a:lstStyle/>
          <a:p>
            <a:endParaRPr lang="en-US" sz="2800" dirty="0"/>
          </a:p>
        </p:txBody>
      </p:sp>
      <p:sp>
        <p:nvSpPr>
          <p:cNvPr id="32" name="Text Box 12"/>
          <p:cNvSpPr txBox="1">
            <a:spLocks noChangeArrowheads="1"/>
          </p:cNvSpPr>
          <p:nvPr/>
        </p:nvSpPr>
        <p:spPr bwMode="gray">
          <a:xfrm>
            <a:off x="643448" y="4211996"/>
            <a:ext cx="5125765" cy="52322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r>
              <a:rPr lang="en-US" altLang="x-none" sz="2800" dirty="0">
                <a:solidFill>
                  <a:schemeClr val="bg1"/>
                </a:solidFill>
                <a:latin typeface="+mj-lt"/>
              </a:rPr>
              <a:t>Conclusions</a:t>
            </a:r>
          </a:p>
        </p:txBody>
      </p:sp>
      <p:sp>
        <p:nvSpPr>
          <p:cNvPr id="18" name="Title 1"/>
          <p:cNvSpPr txBox="1">
            <a:spLocks/>
          </p:cNvSpPr>
          <p:nvPr/>
        </p:nvSpPr>
        <p:spPr>
          <a:xfrm>
            <a:off x="629448" y="735573"/>
            <a:ext cx="7828531" cy="631120"/>
          </a:xfrm>
          <a:prstGeom prst="rect">
            <a:avLst/>
          </a:prstGeom>
        </p:spPr>
        <p:txBody>
          <a:bodyPr anchor="ctr" anchorCtr="0">
            <a:noAutofit/>
          </a:bodyPr>
          <a:lstStyle>
            <a:lvl1pPr algn="l" defTabSz="1828800" rtl="0" eaLnBrk="1" latinLnBrk="0" hangingPunct="1">
              <a:lnSpc>
                <a:spcPct val="90000"/>
              </a:lnSpc>
              <a:spcBef>
                <a:spcPct val="0"/>
              </a:spcBef>
              <a:buNone/>
              <a:defRPr sz="6000" b="1" kern="1200" baseline="0">
                <a:solidFill>
                  <a:schemeClr val="tx2"/>
                </a:solidFill>
                <a:latin typeface="+mj-lt"/>
                <a:ea typeface="+mj-ea"/>
                <a:cs typeface="+mj-cs"/>
              </a:defRPr>
            </a:lvl1pPr>
          </a:lstStyle>
          <a:p>
            <a:r>
              <a:rPr lang="en-US" sz="4400" b="0" dirty="0">
                <a:solidFill>
                  <a:schemeClr val="tx1"/>
                </a:solidFill>
              </a:rPr>
              <a:t>Outline</a:t>
            </a:r>
          </a:p>
        </p:txBody>
      </p:sp>
      <p:sp>
        <p:nvSpPr>
          <p:cNvPr id="4" name="Slide Number Placeholder 3"/>
          <p:cNvSpPr>
            <a:spLocks noGrp="1"/>
          </p:cNvSpPr>
          <p:nvPr>
            <p:ph type="sldNum" sz="quarter" idx="4"/>
          </p:nvPr>
        </p:nvSpPr>
        <p:spPr/>
        <p:txBody>
          <a:bodyPr/>
          <a:lstStyle/>
          <a:p>
            <a:fld id="{8C8B385D-DF67-E241-B0BF-76B80A8E743B}" type="slidenum">
              <a:rPr lang="en-US" sz="1000" smtClean="0"/>
              <a:pPr/>
              <a:t>2</a:t>
            </a:fld>
            <a:endParaRPr lang="en-US" sz="1000" dirty="0"/>
          </a:p>
        </p:txBody>
      </p:sp>
    </p:spTree>
    <p:extLst>
      <p:ext uri="{BB962C8B-B14F-4D97-AF65-F5344CB8AC3E}">
        <p14:creationId xmlns:p14="http://schemas.microsoft.com/office/powerpoint/2010/main" val="121944466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10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1000"/>
                                        <p:tgtEl>
                                          <p:spTgt spid="26"/>
                                        </p:tgtEl>
                                      </p:cBhvr>
                                    </p:animEffect>
                                  </p:childTnLst>
                                </p:cTn>
                              </p:par>
                              <p:par>
                                <p:cTn id="19" presetID="9" presetClass="emph" presetSubtype="0" grpId="1" nodeType="withEffect">
                                  <p:stCondLst>
                                    <p:cond delay="0"/>
                                  </p:stCondLst>
                                  <p:childTnLst>
                                    <p:set>
                                      <p:cBhvr rctx="PPT">
                                        <p:cTn id="20" dur="indefinite"/>
                                        <p:tgtEl>
                                          <p:spTgt spid="23"/>
                                        </p:tgtEl>
                                        <p:attrNameLst>
                                          <p:attrName>style.opacity</p:attrName>
                                        </p:attrNameLst>
                                      </p:cBhvr>
                                      <p:to>
                                        <p:strVal val="0.4"/>
                                      </p:to>
                                    </p:set>
                                    <p:animEffect filter="image" prLst="opacity: 0.4">
                                      <p:cBhvr rctx="IE">
                                        <p:cTn id="21" dur="indefinite"/>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500"/>
                                        <p:tgtEl>
                                          <p:spTgt spid="27"/>
                                        </p:tgtEl>
                                      </p:cBhvr>
                                    </p:animEffect>
                                  </p:childTnLst>
                                </p:cTn>
                              </p:par>
                              <p:par>
                                <p:cTn id="27" presetID="10"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1000"/>
                                        <p:tgtEl>
                                          <p:spTgt spid="28"/>
                                        </p:tgtEl>
                                      </p:cBhvr>
                                    </p:animEffect>
                                  </p:childTnLst>
                                </p:cTn>
                              </p:par>
                              <p:par>
                                <p:cTn id="30" presetID="9" presetClass="emph" presetSubtype="0" grpId="1" nodeType="withEffect">
                                  <p:stCondLst>
                                    <p:cond delay="0"/>
                                  </p:stCondLst>
                                  <p:childTnLst>
                                    <p:set>
                                      <p:cBhvr rctx="PPT">
                                        <p:cTn id="31" dur="indefinite"/>
                                        <p:tgtEl>
                                          <p:spTgt spid="25"/>
                                        </p:tgtEl>
                                        <p:attrNameLst>
                                          <p:attrName>style.opacity</p:attrName>
                                        </p:attrNameLst>
                                      </p:cBhvr>
                                      <p:to>
                                        <p:strVal val="0.4"/>
                                      </p:to>
                                    </p:set>
                                    <p:animEffect filter="image" prLst="opacity: 0.4">
                                      <p:cBhvr rctx="IE">
                                        <p:cTn id="32" dur="indefinite"/>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500"/>
                                        <p:tgtEl>
                                          <p:spTgt spid="29"/>
                                        </p:tgtEl>
                                      </p:cBhvr>
                                    </p:animEffect>
                                  </p:childTnLst>
                                </p:cTn>
                              </p:par>
                              <p:par>
                                <p:cTn id="38" presetID="10" presetClass="entr" presetSubtype="0" fill="hold"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1000"/>
                                        <p:tgtEl>
                                          <p:spTgt spid="30"/>
                                        </p:tgtEl>
                                      </p:cBhvr>
                                    </p:animEffect>
                                  </p:childTnLst>
                                </p:cTn>
                              </p:par>
                              <p:par>
                                <p:cTn id="41" presetID="9" presetClass="emph" presetSubtype="0" grpId="1" nodeType="withEffect">
                                  <p:stCondLst>
                                    <p:cond delay="0"/>
                                  </p:stCondLst>
                                  <p:childTnLst>
                                    <p:set>
                                      <p:cBhvr rctx="PPT">
                                        <p:cTn id="42" dur="indefinite"/>
                                        <p:tgtEl>
                                          <p:spTgt spid="27"/>
                                        </p:tgtEl>
                                        <p:attrNameLst>
                                          <p:attrName>style.opacity</p:attrName>
                                        </p:attrNameLst>
                                      </p:cBhvr>
                                      <p:to>
                                        <p:strVal val="0.4"/>
                                      </p:to>
                                    </p:set>
                                    <p:animEffect filter="image" prLst="opacity: 0.4">
                                      <p:cBhvr rctx="IE">
                                        <p:cTn id="43" dur="indefinite"/>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wipe(left)">
                                      <p:cBhvr>
                                        <p:cTn id="48" dur="5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1000"/>
                                        <p:tgtEl>
                                          <p:spTgt spid="32"/>
                                        </p:tgtEl>
                                      </p:cBhvr>
                                    </p:animEffect>
                                  </p:childTnLst>
                                </p:cTn>
                              </p:par>
                              <p:par>
                                <p:cTn id="52" presetID="9" presetClass="emph" presetSubtype="0" grpId="1" nodeType="withEffect">
                                  <p:stCondLst>
                                    <p:cond delay="0"/>
                                  </p:stCondLst>
                                  <p:childTnLst>
                                    <p:set>
                                      <p:cBhvr rctx="PPT">
                                        <p:cTn id="53" dur="indefinite"/>
                                        <p:tgtEl>
                                          <p:spTgt spid="29"/>
                                        </p:tgtEl>
                                        <p:attrNameLst>
                                          <p:attrName>style.opacity</p:attrName>
                                        </p:attrNameLst>
                                      </p:cBhvr>
                                      <p:to>
                                        <p:strVal val="0.4"/>
                                      </p:to>
                                    </p:set>
                                    <p:animEffect filter="image" prLst="opacity: 0.4">
                                      <p:cBhvr rctx="IE">
                                        <p:cTn id="54" dur="indefinite"/>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4" grpId="0"/>
      <p:bldP spid="25" grpId="0" animBg="1"/>
      <p:bldP spid="25" grpId="1" animBg="1"/>
      <p:bldP spid="26" grpId="0"/>
      <p:bldP spid="27" grpId="0" animBg="1"/>
      <p:bldP spid="27" grpId="1" animBg="1"/>
      <p:bldP spid="29" grpId="0" animBg="1"/>
      <p:bldP spid="29" grpId="1" animBg="1"/>
      <p:bldP spid="31" grpId="0" animBg="1"/>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72088"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12" name="Title 1"/>
          <p:cNvSpPr txBox="1">
            <a:spLocks/>
          </p:cNvSpPr>
          <p:nvPr/>
        </p:nvSpPr>
        <p:spPr>
          <a:xfrm>
            <a:off x="628650" y="643467"/>
            <a:ext cx="2916395" cy="1800526"/>
          </a:xfrm>
          <a:prstGeom prst="rect">
            <a:avLst/>
          </a:prstGeom>
        </p:spPr>
        <p:txBody>
          <a:bodyPr vert="horz" lIns="91440" tIns="45720" rIns="91440" bIns="45720" rtlCol="0" anchor="ctr" anchorCtr="0">
            <a:normAutofit/>
          </a:bodyPr>
          <a:lstStyle>
            <a:lvl1pPr algn="l" defTabSz="1828800" rtl="0" eaLnBrk="1" latinLnBrk="0" hangingPunct="1">
              <a:lnSpc>
                <a:spcPct val="90000"/>
              </a:lnSpc>
              <a:spcBef>
                <a:spcPct val="0"/>
              </a:spcBef>
              <a:buNone/>
              <a:defRPr sz="6000" b="1" kern="1200" baseline="0">
                <a:solidFill>
                  <a:schemeClr val="tx2"/>
                </a:solidFill>
                <a:latin typeface="+mj-lt"/>
                <a:ea typeface="+mj-ea"/>
                <a:cs typeface="+mj-cs"/>
              </a:defRPr>
            </a:lvl1pPr>
          </a:lstStyle>
          <a:p>
            <a:pPr defTabSz="914400">
              <a:spcAft>
                <a:spcPts val="600"/>
              </a:spcAft>
            </a:pPr>
            <a:r>
              <a:rPr lang="en-US" sz="4400" b="0" kern="1200" dirty="0">
                <a:solidFill>
                  <a:schemeClr val="tx1"/>
                </a:solidFill>
                <a:latin typeface="+mj-lt"/>
                <a:ea typeface="+mj-ea"/>
                <a:cs typeface="+mj-cs"/>
              </a:rPr>
              <a:t>Situation</a:t>
            </a:r>
          </a:p>
        </p:txBody>
      </p:sp>
      <p:sp>
        <p:nvSpPr>
          <p:cNvPr id="11" name="Content Placeholder 8"/>
          <p:cNvSpPr txBox="1">
            <a:spLocks/>
          </p:cNvSpPr>
          <p:nvPr/>
        </p:nvSpPr>
        <p:spPr>
          <a:xfrm>
            <a:off x="670820" y="2211050"/>
            <a:ext cx="2916396" cy="3553581"/>
          </a:xfrm>
          <a:prstGeom prst="rect">
            <a:avLst/>
          </a:prstGeom>
        </p:spPr>
        <p:txBody>
          <a:bodyPr vert="horz" lIns="91440" tIns="45720" rIns="91440" bIns="45720" rtlCol="0">
            <a:noAutofit/>
          </a:bodyPr>
          <a:lstStyle>
            <a:lvl1pPr marL="457200" indent="-457200" algn="l" defTabSz="1828800" rtl="0" eaLnBrk="1" latinLnBrk="0" hangingPunct="1">
              <a:lnSpc>
                <a:spcPct val="90000"/>
              </a:lnSpc>
              <a:spcBef>
                <a:spcPts val="2000"/>
              </a:spcBef>
              <a:buFont typeface="Arial" panose="020B0604020202020204" pitchFamily="34" charset="0"/>
              <a:buChar char="•"/>
              <a:defRPr sz="3600" kern="1200">
                <a:solidFill>
                  <a:schemeClr val="tx1">
                    <a:lumMod val="85000"/>
                    <a:lumOff val="15000"/>
                  </a:schemeClr>
                </a:solidFill>
                <a:latin typeface="+mn-lt"/>
                <a:ea typeface="+mn-ea"/>
                <a:cs typeface="+mn-cs"/>
              </a:defRPr>
            </a:lvl1pPr>
            <a:lvl2pPr marL="1371600" indent="-457200" algn="l" defTabSz="1828800" rtl="0" eaLnBrk="1" latinLnBrk="0" hangingPunct="1">
              <a:lnSpc>
                <a:spcPct val="90000"/>
              </a:lnSpc>
              <a:spcBef>
                <a:spcPts val="1000"/>
              </a:spcBef>
              <a:buSzPct val="80000"/>
              <a:buFont typeface="Wingdings" charset="2"/>
              <a:buChar char="§"/>
              <a:defRPr sz="3600" kern="1200">
                <a:solidFill>
                  <a:schemeClr val="tx1">
                    <a:lumMod val="85000"/>
                    <a:lumOff val="15000"/>
                  </a:schemeClr>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lumMod val="85000"/>
                    <a:lumOff val="15000"/>
                  </a:schemeClr>
                </a:solidFill>
                <a:latin typeface="+mn-lt"/>
                <a:ea typeface="+mn-ea"/>
                <a:cs typeface="+mn-cs"/>
              </a:defRPr>
            </a:lvl3pPr>
            <a:lvl4pPr marL="3200400" indent="-457200" algn="l" defTabSz="1828800" rtl="0" eaLnBrk="1" latinLnBrk="0" hangingPunct="1">
              <a:lnSpc>
                <a:spcPct val="90000"/>
              </a:lnSpc>
              <a:spcBef>
                <a:spcPts val="1000"/>
              </a:spcBef>
              <a:buSzPct val="80000"/>
              <a:buFont typeface="Wingdings" charset="2"/>
              <a:buChar char="§"/>
              <a:defRPr sz="3600" kern="1200">
                <a:solidFill>
                  <a:schemeClr val="tx1">
                    <a:lumMod val="85000"/>
                    <a:lumOff val="15000"/>
                  </a:schemeClr>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lumMod val="85000"/>
                    <a:lumOff val="15000"/>
                  </a:schemeClr>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defTabSz="914400">
              <a:spcBef>
                <a:spcPts val="600"/>
              </a:spcBef>
              <a:spcAft>
                <a:spcPts val="600"/>
              </a:spcAft>
              <a:buClr>
                <a:schemeClr val="tx1">
                  <a:lumMod val="85000"/>
                  <a:lumOff val="15000"/>
                </a:schemeClr>
              </a:buClr>
              <a:buNone/>
            </a:pPr>
            <a:r>
              <a:rPr lang="en-US" sz="2400" dirty="0">
                <a:solidFill>
                  <a:schemeClr val="tx1"/>
                </a:solidFill>
              </a:rPr>
              <a:t>FMC and OMC have the highest rates of IV vancomycin use in all of SCAL KP. </a:t>
            </a:r>
          </a:p>
        </p:txBody>
      </p:sp>
      <p:pic>
        <p:nvPicPr>
          <p:cNvPr id="5" name="Picture 4">
            <a:extLst>
              <a:ext uri="{FF2B5EF4-FFF2-40B4-BE49-F238E27FC236}">
                <a16:creationId xmlns:a16="http://schemas.microsoft.com/office/drawing/2014/main" id="{5B33D46A-3509-F291-AFAE-9BA74486AC84}"/>
              </a:ext>
            </a:extLst>
          </p:cNvPr>
          <p:cNvPicPr>
            <a:picLocks noChangeAspect="1"/>
          </p:cNvPicPr>
          <p:nvPr/>
        </p:nvPicPr>
        <p:blipFill>
          <a:blip r:embed="rId3"/>
          <a:stretch>
            <a:fillRect/>
          </a:stretch>
        </p:blipFill>
        <p:spPr>
          <a:xfrm>
            <a:off x="5100738" y="147946"/>
            <a:ext cx="3330269" cy="6562107"/>
          </a:xfrm>
          <a:prstGeom prst="rect">
            <a:avLst/>
          </a:prstGeom>
        </p:spPr>
      </p:pic>
      <p:sp>
        <p:nvSpPr>
          <p:cNvPr id="3" name="Slide Number Placeholder 2"/>
          <p:cNvSpPr>
            <a:spLocks noGrp="1"/>
          </p:cNvSpPr>
          <p:nvPr>
            <p:ph type="sldNum" sz="quarter" idx="4"/>
          </p:nvPr>
        </p:nvSpPr>
        <p:spPr>
          <a:xfrm>
            <a:off x="195306" y="6450290"/>
            <a:ext cx="1785006" cy="365125"/>
          </a:xfrm>
        </p:spPr>
        <p:txBody>
          <a:bodyPr vert="horz" lIns="91440" tIns="45720" rIns="91440" bIns="45720" rtlCol="0" anchor="ctr">
            <a:normAutofit/>
          </a:bodyPr>
          <a:lstStyle/>
          <a:p>
            <a:pPr defTabSz="914400">
              <a:spcAft>
                <a:spcPts val="600"/>
              </a:spcAft>
            </a:pPr>
            <a:fld id="{8C8B385D-DF67-E241-B0BF-76B80A8E743B}" type="slidenum">
              <a:rPr lang="en-US" smtClean="0"/>
              <a:pPr defTabSz="914400">
                <a:spcAft>
                  <a:spcPts val="600"/>
                </a:spcAft>
              </a:pPr>
              <a:t>3</a:t>
            </a:fld>
            <a:endParaRPr lang="en-US" dirty="0"/>
          </a:p>
        </p:txBody>
      </p:sp>
      <p:sp>
        <p:nvSpPr>
          <p:cNvPr id="6" name="Rectangle 5">
            <a:extLst>
              <a:ext uri="{FF2B5EF4-FFF2-40B4-BE49-F238E27FC236}">
                <a16:creationId xmlns:a16="http://schemas.microsoft.com/office/drawing/2014/main" id="{6EC4048A-362D-E632-2E15-0E216B54DA0F}"/>
              </a:ext>
            </a:extLst>
          </p:cNvPr>
          <p:cNvSpPr/>
          <p:nvPr/>
        </p:nvSpPr>
        <p:spPr>
          <a:xfrm>
            <a:off x="5185081" y="1543730"/>
            <a:ext cx="3177870" cy="427113"/>
          </a:xfrm>
          <a:prstGeom prst="rect">
            <a:avLst/>
          </a:prstGeom>
          <a:noFill/>
          <a:ln w="5715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E36C057-BD41-119D-647C-91279504FD8B}"/>
              </a:ext>
            </a:extLst>
          </p:cNvPr>
          <p:cNvSpPr/>
          <p:nvPr/>
        </p:nvSpPr>
        <p:spPr>
          <a:xfrm>
            <a:off x="5185081" y="2211050"/>
            <a:ext cx="3177870" cy="336842"/>
          </a:xfrm>
          <a:prstGeom prst="rect">
            <a:avLst/>
          </a:prstGeom>
          <a:noFill/>
          <a:ln w="5715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242762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6C944-B9ED-6071-97A0-13DE5E700C2F}"/>
              </a:ext>
            </a:extLst>
          </p:cNvPr>
          <p:cNvSpPr>
            <a:spLocks noGrp="1"/>
          </p:cNvSpPr>
          <p:nvPr>
            <p:ph type="title"/>
          </p:nvPr>
        </p:nvSpPr>
        <p:spPr>
          <a:xfrm>
            <a:off x="453549" y="203235"/>
            <a:ext cx="6491633" cy="1004887"/>
          </a:xfrm>
        </p:spPr>
        <p:txBody>
          <a:bodyPr/>
          <a:lstStyle/>
          <a:p>
            <a:r>
              <a:rPr lang="en-US" sz="4400" dirty="0"/>
              <a:t>Situation Cont. </a:t>
            </a:r>
          </a:p>
        </p:txBody>
      </p:sp>
      <p:sp>
        <p:nvSpPr>
          <p:cNvPr id="5" name="Slide Number Placeholder 4">
            <a:extLst>
              <a:ext uri="{FF2B5EF4-FFF2-40B4-BE49-F238E27FC236}">
                <a16:creationId xmlns:a16="http://schemas.microsoft.com/office/drawing/2014/main" id="{075701DC-26D0-D7A0-239D-DDF814C1147C}"/>
              </a:ext>
            </a:extLst>
          </p:cNvPr>
          <p:cNvSpPr>
            <a:spLocks noGrp="1"/>
          </p:cNvSpPr>
          <p:nvPr>
            <p:ph type="sldNum" sz="quarter" idx="4"/>
          </p:nvPr>
        </p:nvSpPr>
        <p:spPr/>
        <p:txBody>
          <a:bodyPr/>
          <a:lstStyle/>
          <a:p>
            <a:fld id="{8C8B385D-DF67-E241-B0BF-76B80A8E743B}" type="slidenum">
              <a:rPr lang="en-US" smtClean="0"/>
              <a:pPr/>
              <a:t>4</a:t>
            </a:fld>
            <a:endParaRPr lang="en-US" dirty="0"/>
          </a:p>
        </p:txBody>
      </p:sp>
      <p:pic>
        <p:nvPicPr>
          <p:cNvPr id="8" name="Picture 7">
            <a:extLst>
              <a:ext uri="{FF2B5EF4-FFF2-40B4-BE49-F238E27FC236}">
                <a16:creationId xmlns:a16="http://schemas.microsoft.com/office/drawing/2014/main" id="{9B5E8489-8185-FB0D-8C21-860F4BA3FD3A}"/>
              </a:ext>
            </a:extLst>
          </p:cNvPr>
          <p:cNvPicPr>
            <a:picLocks noChangeAspect="1"/>
          </p:cNvPicPr>
          <p:nvPr/>
        </p:nvPicPr>
        <p:blipFill>
          <a:blip r:embed="rId3"/>
          <a:stretch>
            <a:fillRect/>
          </a:stretch>
        </p:blipFill>
        <p:spPr>
          <a:xfrm>
            <a:off x="73246" y="1509312"/>
            <a:ext cx="4436612" cy="3258909"/>
          </a:xfrm>
          <a:prstGeom prst="rect">
            <a:avLst/>
          </a:prstGeom>
        </p:spPr>
      </p:pic>
      <p:pic>
        <p:nvPicPr>
          <p:cNvPr id="9" name="Picture 8">
            <a:extLst>
              <a:ext uri="{FF2B5EF4-FFF2-40B4-BE49-F238E27FC236}">
                <a16:creationId xmlns:a16="http://schemas.microsoft.com/office/drawing/2014/main" id="{A1C0F8A0-3FBB-CBF4-8B4D-79D5D3B40CA2}"/>
              </a:ext>
            </a:extLst>
          </p:cNvPr>
          <p:cNvPicPr>
            <a:picLocks noChangeAspect="1"/>
          </p:cNvPicPr>
          <p:nvPr/>
        </p:nvPicPr>
        <p:blipFill>
          <a:blip r:embed="rId4"/>
          <a:stretch>
            <a:fillRect/>
          </a:stretch>
        </p:blipFill>
        <p:spPr>
          <a:xfrm>
            <a:off x="4322238" y="1473821"/>
            <a:ext cx="4821762" cy="3329892"/>
          </a:xfrm>
          <a:prstGeom prst="rect">
            <a:avLst/>
          </a:prstGeom>
        </p:spPr>
      </p:pic>
    </p:spTree>
    <p:extLst>
      <p:ext uri="{BB962C8B-B14F-4D97-AF65-F5344CB8AC3E}">
        <p14:creationId xmlns:p14="http://schemas.microsoft.com/office/powerpoint/2010/main" val="296495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72088"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12" name="Title 1"/>
          <p:cNvSpPr txBox="1">
            <a:spLocks/>
          </p:cNvSpPr>
          <p:nvPr/>
        </p:nvSpPr>
        <p:spPr>
          <a:xfrm>
            <a:off x="408356" y="730713"/>
            <a:ext cx="3321913" cy="1800526"/>
          </a:xfrm>
          <a:prstGeom prst="rect">
            <a:avLst/>
          </a:prstGeom>
        </p:spPr>
        <p:txBody>
          <a:bodyPr vert="horz" lIns="91440" tIns="45720" rIns="91440" bIns="45720" rtlCol="0" anchor="ctr" anchorCtr="0">
            <a:normAutofit/>
          </a:bodyPr>
          <a:lstStyle>
            <a:lvl1pPr algn="l" defTabSz="1828800" rtl="0" eaLnBrk="1" latinLnBrk="0" hangingPunct="1">
              <a:lnSpc>
                <a:spcPct val="90000"/>
              </a:lnSpc>
              <a:spcBef>
                <a:spcPct val="0"/>
              </a:spcBef>
              <a:buNone/>
              <a:defRPr sz="6000" b="1" kern="1200" baseline="0">
                <a:solidFill>
                  <a:schemeClr val="tx2"/>
                </a:solidFill>
                <a:latin typeface="+mj-lt"/>
                <a:ea typeface="+mj-ea"/>
                <a:cs typeface="+mj-cs"/>
              </a:defRPr>
            </a:lvl1pPr>
          </a:lstStyle>
          <a:p>
            <a:pPr defTabSz="914400">
              <a:spcAft>
                <a:spcPts val="600"/>
              </a:spcAft>
            </a:pPr>
            <a:r>
              <a:rPr lang="en-US" sz="4400" b="0" kern="1200" dirty="0">
                <a:solidFill>
                  <a:schemeClr val="tx1"/>
                </a:solidFill>
                <a:latin typeface="+mj-lt"/>
                <a:ea typeface="+mj-ea"/>
                <a:cs typeface="+mj-cs"/>
              </a:rPr>
              <a:t>Background</a:t>
            </a:r>
          </a:p>
        </p:txBody>
      </p:sp>
      <p:sp>
        <p:nvSpPr>
          <p:cNvPr id="11" name="Content Placeholder 8"/>
          <p:cNvSpPr txBox="1">
            <a:spLocks/>
          </p:cNvSpPr>
          <p:nvPr/>
        </p:nvSpPr>
        <p:spPr>
          <a:xfrm>
            <a:off x="467346" y="2325392"/>
            <a:ext cx="3018803" cy="3553581"/>
          </a:xfrm>
          <a:prstGeom prst="rect">
            <a:avLst/>
          </a:prstGeom>
        </p:spPr>
        <p:txBody>
          <a:bodyPr vert="horz" lIns="91440" tIns="45720" rIns="91440" bIns="45720" rtlCol="0">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3600" kern="1200">
                <a:solidFill>
                  <a:schemeClr val="tx1">
                    <a:lumMod val="85000"/>
                    <a:lumOff val="15000"/>
                  </a:schemeClr>
                </a:solidFill>
                <a:latin typeface="+mn-lt"/>
                <a:ea typeface="+mn-ea"/>
                <a:cs typeface="+mn-cs"/>
              </a:defRPr>
            </a:lvl1pPr>
            <a:lvl2pPr marL="1371600" indent="-457200" algn="l" defTabSz="1828800" rtl="0" eaLnBrk="1" latinLnBrk="0" hangingPunct="1">
              <a:lnSpc>
                <a:spcPct val="90000"/>
              </a:lnSpc>
              <a:spcBef>
                <a:spcPts val="1000"/>
              </a:spcBef>
              <a:buSzPct val="80000"/>
              <a:buFont typeface="Wingdings" charset="2"/>
              <a:buChar char="§"/>
              <a:defRPr sz="3600" kern="1200">
                <a:solidFill>
                  <a:schemeClr val="tx1">
                    <a:lumMod val="85000"/>
                    <a:lumOff val="15000"/>
                  </a:schemeClr>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lumMod val="85000"/>
                    <a:lumOff val="15000"/>
                  </a:schemeClr>
                </a:solidFill>
                <a:latin typeface="+mn-lt"/>
                <a:ea typeface="+mn-ea"/>
                <a:cs typeface="+mn-cs"/>
              </a:defRPr>
            </a:lvl3pPr>
            <a:lvl4pPr marL="3200400" indent="-457200" algn="l" defTabSz="1828800" rtl="0" eaLnBrk="1" latinLnBrk="0" hangingPunct="1">
              <a:lnSpc>
                <a:spcPct val="90000"/>
              </a:lnSpc>
              <a:spcBef>
                <a:spcPts val="1000"/>
              </a:spcBef>
              <a:buSzPct val="80000"/>
              <a:buFont typeface="Wingdings" charset="2"/>
              <a:buChar char="§"/>
              <a:defRPr sz="3600" kern="1200">
                <a:solidFill>
                  <a:schemeClr val="tx1">
                    <a:lumMod val="85000"/>
                    <a:lumOff val="15000"/>
                  </a:schemeClr>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lumMod val="85000"/>
                    <a:lumOff val="15000"/>
                  </a:schemeClr>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defTabSz="914400">
              <a:spcBef>
                <a:spcPts val="600"/>
              </a:spcBef>
              <a:spcAft>
                <a:spcPts val="600"/>
              </a:spcAft>
              <a:buClr>
                <a:schemeClr val="tx1">
                  <a:lumMod val="85000"/>
                  <a:lumOff val="15000"/>
                </a:schemeClr>
              </a:buClr>
              <a:buNone/>
            </a:pPr>
            <a:r>
              <a:rPr lang="en-US" sz="2400" dirty="0">
                <a:solidFill>
                  <a:schemeClr val="tx1"/>
                </a:solidFill>
              </a:rPr>
              <a:t>Medication utilization evaluation revealed top indications for vancomycin IV usages are…</a:t>
            </a: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p:txBody>
      </p:sp>
      <p:sp>
        <p:nvSpPr>
          <p:cNvPr id="3" name="Slide Number Placeholder 2"/>
          <p:cNvSpPr>
            <a:spLocks noGrp="1"/>
          </p:cNvSpPr>
          <p:nvPr>
            <p:ph type="sldNum" sz="quarter" idx="4"/>
          </p:nvPr>
        </p:nvSpPr>
        <p:spPr>
          <a:xfrm>
            <a:off x="195306" y="6450290"/>
            <a:ext cx="1785006" cy="365125"/>
          </a:xfrm>
        </p:spPr>
        <p:txBody>
          <a:bodyPr vert="horz" lIns="91440" tIns="45720" rIns="91440" bIns="45720" rtlCol="0" anchor="ctr">
            <a:normAutofit/>
          </a:bodyPr>
          <a:lstStyle/>
          <a:p>
            <a:pPr defTabSz="914400">
              <a:spcAft>
                <a:spcPts val="600"/>
              </a:spcAft>
            </a:pPr>
            <a:fld id="{8C8B385D-DF67-E241-B0BF-76B80A8E743B}" type="slidenum">
              <a:rPr lang="en-US" smtClean="0"/>
              <a:pPr defTabSz="914400">
                <a:spcAft>
                  <a:spcPts val="600"/>
                </a:spcAft>
              </a:pPr>
              <a:t>5</a:t>
            </a:fld>
            <a:endParaRPr lang="en-US" dirty="0"/>
          </a:p>
        </p:txBody>
      </p:sp>
      <p:pic>
        <p:nvPicPr>
          <p:cNvPr id="8" name="Picture 7">
            <a:extLst>
              <a:ext uri="{FF2B5EF4-FFF2-40B4-BE49-F238E27FC236}">
                <a16:creationId xmlns:a16="http://schemas.microsoft.com/office/drawing/2014/main" id="{34AABCB0-52B8-E908-E2D0-FBAAC44B1448}"/>
              </a:ext>
            </a:extLst>
          </p:cNvPr>
          <p:cNvPicPr>
            <a:picLocks noChangeAspect="1"/>
          </p:cNvPicPr>
          <p:nvPr/>
        </p:nvPicPr>
        <p:blipFill>
          <a:blip r:embed="rId3"/>
          <a:stretch>
            <a:fillRect/>
          </a:stretch>
        </p:blipFill>
        <p:spPr>
          <a:xfrm>
            <a:off x="3965681" y="3691861"/>
            <a:ext cx="4594097" cy="2749497"/>
          </a:xfrm>
          <a:prstGeom prst="rect">
            <a:avLst/>
          </a:prstGeom>
        </p:spPr>
      </p:pic>
      <p:pic>
        <p:nvPicPr>
          <p:cNvPr id="13" name="Picture 12">
            <a:extLst>
              <a:ext uri="{FF2B5EF4-FFF2-40B4-BE49-F238E27FC236}">
                <a16:creationId xmlns:a16="http://schemas.microsoft.com/office/drawing/2014/main" id="{06DAD572-C501-0FAA-986A-E0EAD509A01E}"/>
              </a:ext>
            </a:extLst>
          </p:cNvPr>
          <p:cNvPicPr>
            <a:picLocks noChangeAspect="1"/>
          </p:cNvPicPr>
          <p:nvPr/>
        </p:nvPicPr>
        <p:blipFill>
          <a:blip r:embed="rId4"/>
          <a:stretch>
            <a:fillRect/>
          </a:stretch>
        </p:blipFill>
        <p:spPr>
          <a:xfrm>
            <a:off x="3933361" y="730713"/>
            <a:ext cx="4658735" cy="2834586"/>
          </a:xfrm>
          <a:prstGeom prst="rect">
            <a:avLst/>
          </a:prstGeom>
        </p:spPr>
      </p:pic>
      <p:sp>
        <p:nvSpPr>
          <p:cNvPr id="6" name="Rectangle 5">
            <a:extLst>
              <a:ext uri="{FF2B5EF4-FFF2-40B4-BE49-F238E27FC236}">
                <a16:creationId xmlns:a16="http://schemas.microsoft.com/office/drawing/2014/main" id="{6EC4048A-362D-E632-2E15-0E216B54DA0F}"/>
              </a:ext>
            </a:extLst>
          </p:cNvPr>
          <p:cNvSpPr/>
          <p:nvPr/>
        </p:nvSpPr>
        <p:spPr>
          <a:xfrm>
            <a:off x="4001267" y="2466227"/>
            <a:ext cx="4468029" cy="257923"/>
          </a:xfrm>
          <a:prstGeom prst="rect">
            <a:avLst/>
          </a:prstGeom>
          <a:noFill/>
          <a:ln w="5715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E36C057-BD41-119D-647C-91279504FD8B}"/>
              </a:ext>
            </a:extLst>
          </p:cNvPr>
          <p:cNvSpPr/>
          <p:nvPr/>
        </p:nvSpPr>
        <p:spPr>
          <a:xfrm>
            <a:off x="4001266" y="4902811"/>
            <a:ext cx="4558511" cy="246238"/>
          </a:xfrm>
          <a:prstGeom prst="rect">
            <a:avLst/>
          </a:prstGeom>
          <a:noFill/>
          <a:ln w="5715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300416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72088"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12" name="Title 1"/>
          <p:cNvSpPr txBox="1">
            <a:spLocks/>
          </p:cNvSpPr>
          <p:nvPr/>
        </p:nvSpPr>
        <p:spPr>
          <a:xfrm>
            <a:off x="557629" y="-375488"/>
            <a:ext cx="4472088" cy="1800526"/>
          </a:xfrm>
          <a:prstGeom prst="rect">
            <a:avLst/>
          </a:prstGeom>
        </p:spPr>
        <p:txBody>
          <a:bodyPr vert="horz" lIns="91440" tIns="45720" rIns="91440" bIns="45720" rtlCol="0" anchor="ctr" anchorCtr="0">
            <a:normAutofit/>
          </a:bodyPr>
          <a:lstStyle>
            <a:lvl1pPr algn="l" defTabSz="1828800" rtl="0" eaLnBrk="1" latinLnBrk="0" hangingPunct="1">
              <a:lnSpc>
                <a:spcPct val="90000"/>
              </a:lnSpc>
              <a:spcBef>
                <a:spcPct val="0"/>
              </a:spcBef>
              <a:buNone/>
              <a:defRPr sz="6000" b="1" kern="1200" baseline="0">
                <a:solidFill>
                  <a:schemeClr val="tx2"/>
                </a:solidFill>
                <a:latin typeface="+mj-lt"/>
                <a:ea typeface="+mj-ea"/>
                <a:cs typeface="+mj-cs"/>
              </a:defRPr>
            </a:lvl1pPr>
          </a:lstStyle>
          <a:p>
            <a:pPr defTabSz="914400">
              <a:spcAft>
                <a:spcPts val="600"/>
              </a:spcAft>
            </a:pPr>
            <a:r>
              <a:rPr lang="en-US" sz="4400" b="0" kern="1200" dirty="0">
                <a:solidFill>
                  <a:schemeClr val="tx1"/>
                </a:solidFill>
                <a:latin typeface="+mj-lt"/>
                <a:ea typeface="+mj-ea"/>
                <a:cs typeface="+mj-cs"/>
              </a:rPr>
              <a:t>Assessment</a:t>
            </a:r>
          </a:p>
        </p:txBody>
      </p:sp>
      <p:sp>
        <p:nvSpPr>
          <p:cNvPr id="11" name="Content Placeholder 8"/>
          <p:cNvSpPr txBox="1">
            <a:spLocks/>
          </p:cNvSpPr>
          <p:nvPr/>
        </p:nvSpPr>
        <p:spPr>
          <a:xfrm>
            <a:off x="667266" y="1297300"/>
            <a:ext cx="7658101" cy="5518115"/>
          </a:xfrm>
          <a:prstGeom prst="rect">
            <a:avLst/>
          </a:prstGeom>
        </p:spPr>
        <p:txBody>
          <a:bodyPr vert="horz" lIns="91440" tIns="45720" rIns="91440" bIns="45720" rtlCol="0">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3600" kern="1200">
                <a:solidFill>
                  <a:schemeClr val="tx1">
                    <a:lumMod val="85000"/>
                    <a:lumOff val="15000"/>
                  </a:schemeClr>
                </a:solidFill>
                <a:latin typeface="+mn-lt"/>
                <a:ea typeface="+mn-ea"/>
                <a:cs typeface="+mn-cs"/>
              </a:defRPr>
            </a:lvl1pPr>
            <a:lvl2pPr marL="1371600" indent="-457200" algn="l" defTabSz="1828800" rtl="0" eaLnBrk="1" latinLnBrk="0" hangingPunct="1">
              <a:lnSpc>
                <a:spcPct val="90000"/>
              </a:lnSpc>
              <a:spcBef>
                <a:spcPts val="1000"/>
              </a:spcBef>
              <a:buSzPct val="80000"/>
              <a:buFont typeface="Wingdings" charset="2"/>
              <a:buChar char="§"/>
              <a:defRPr sz="3600" kern="1200">
                <a:solidFill>
                  <a:schemeClr val="tx1">
                    <a:lumMod val="85000"/>
                    <a:lumOff val="15000"/>
                  </a:schemeClr>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lumMod val="85000"/>
                    <a:lumOff val="15000"/>
                  </a:schemeClr>
                </a:solidFill>
                <a:latin typeface="+mn-lt"/>
                <a:ea typeface="+mn-ea"/>
                <a:cs typeface="+mn-cs"/>
              </a:defRPr>
            </a:lvl3pPr>
            <a:lvl4pPr marL="3200400" indent="-457200" algn="l" defTabSz="1828800" rtl="0" eaLnBrk="1" latinLnBrk="0" hangingPunct="1">
              <a:lnSpc>
                <a:spcPct val="90000"/>
              </a:lnSpc>
              <a:spcBef>
                <a:spcPts val="1000"/>
              </a:spcBef>
              <a:buSzPct val="80000"/>
              <a:buFont typeface="Wingdings" charset="2"/>
              <a:buChar char="§"/>
              <a:defRPr sz="3600" kern="1200">
                <a:solidFill>
                  <a:schemeClr val="tx1">
                    <a:lumMod val="85000"/>
                    <a:lumOff val="15000"/>
                  </a:schemeClr>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lumMod val="85000"/>
                    <a:lumOff val="15000"/>
                  </a:schemeClr>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defTabSz="914400">
              <a:spcBef>
                <a:spcPts val="600"/>
              </a:spcBef>
              <a:spcAft>
                <a:spcPts val="600"/>
              </a:spcAft>
              <a:buClr>
                <a:schemeClr val="tx1">
                  <a:lumMod val="85000"/>
                  <a:lumOff val="15000"/>
                </a:schemeClr>
              </a:buClr>
              <a:buNone/>
            </a:pPr>
            <a:r>
              <a:rPr lang="en-US" sz="2400" dirty="0">
                <a:solidFill>
                  <a:schemeClr val="tx1"/>
                </a:solidFill>
              </a:rPr>
              <a:t>How much MRSA pneumonia cases do we have here? </a:t>
            </a: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algn="ctr" defTabSz="914400">
              <a:spcBef>
                <a:spcPts val="600"/>
              </a:spcBef>
              <a:spcAft>
                <a:spcPts val="600"/>
              </a:spcAft>
              <a:buClr>
                <a:schemeClr val="tx1">
                  <a:lumMod val="85000"/>
                  <a:lumOff val="15000"/>
                </a:schemeClr>
              </a:buClr>
              <a:buNone/>
            </a:pPr>
            <a:r>
              <a:rPr lang="en-US" sz="2000" b="1" dirty="0">
                <a:solidFill>
                  <a:srgbClr val="FF00FF"/>
                </a:solidFill>
              </a:rPr>
              <a:t>Overall: 2022 &lt;3% and 2023 &lt;2%</a:t>
            </a:r>
          </a:p>
        </p:txBody>
      </p:sp>
      <p:sp>
        <p:nvSpPr>
          <p:cNvPr id="3" name="Slide Number Placeholder 2"/>
          <p:cNvSpPr>
            <a:spLocks noGrp="1"/>
          </p:cNvSpPr>
          <p:nvPr>
            <p:ph type="sldNum" sz="quarter" idx="4"/>
          </p:nvPr>
        </p:nvSpPr>
        <p:spPr>
          <a:xfrm>
            <a:off x="195306" y="6450290"/>
            <a:ext cx="1785006" cy="365125"/>
          </a:xfrm>
        </p:spPr>
        <p:txBody>
          <a:bodyPr vert="horz" lIns="91440" tIns="45720" rIns="91440" bIns="45720" rtlCol="0" anchor="ctr">
            <a:normAutofit/>
          </a:bodyPr>
          <a:lstStyle/>
          <a:p>
            <a:pPr defTabSz="914400">
              <a:spcAft>
                <a:spcPts val="600"/>
              </a:spcAft>
            </a:pPr>
            <a:fld id="{8C8B385D-DF67-E241-B0BF-76B80A8E743B}" type="slidenum">
              <a:rPr lang="en-US" smtClean="0"/>
              <a:pPr defTabSz="914400">
                <a:spcAft>
                  <a:spcPts val="600"/>
                </a:spcAft>
              </a:pPr>
              <a:t>6</a:t>
            </a:fld>
            <a:endParaRPr lang="en-US" dirty="0"/>
          </a:p>
        </p:txBody>
      </p:sp>
      <p:grpSp>
        <p:nvGrpSpPr>
          <p:cNvPr id="33" name="Group 32">
            <a:extLst>
              <a:ext uri="{FF2B5EF4-FFF2-40B4-BE49-F238E27FC236}">
                <a16:creationId xmlns:a16="http://schemas.microsoft.com/office/drawing/2014/main" id="{1F532B06-0B74-A637-DAE4-29EA6F57A2E1}"/>
              </a:ext>
            </a:extLst>
          </p:cNvPr>
          <p:cNvGrpSpPr/>
          <p:nvPr/>
        </p:nvGrpSpPr>
        <p:grpSpPr>
          <a:xfrm>
            <a:off x="1261275" y="2085975"/>
            <a:ext cx="6426400" cy="2686050"/>
            <a:chOff x="1261275" y="2085975"/>
            <a:chExt cx="6426400" cy="2686050"/>
          </a:xfrm>
        </p:grpSpPr>
        <p:pic>
          <p:nvPicPr>
            <p:cNvPr id="27" name="Picture 26">
              <a:extLst>
                <a:ext uri="{FF2B5EF4-FFF2-40B4-BE49-F238E27FC236}">
                  <a16:creationId xmlns:a16="http://schemas.microsoft.com/office/drawing/2014/main" id="{21F55652-9E28-4821-C70C-682650FC8602}"/>
                </a:ext>
              </a:extLst>
            </p:cNvPr>
            <p:cNvPicPr>
              <a:picLocks noChangeAspect="1"/>
            </p:cNvPicPr>
            <p:nvPr/>
          </p:nvPicPr>
          <p:blipFill>
            <a:blip r:embed="rId3"/>
            <a:stretch>
              <a:fillRect/>
            </a:stretch>
          </p:blipFill>
          <p:spPr>
            <a:xfrm>
              <a:off x="1262163" y="2085975"/>
              <a:ext cx="6419850" cy="2686050"/>
            </a:xfrm>
            <a:prstGeom prst="rect">
              <a:avLst/>
            </a:prstGeom>
          </p:spPr>
        </p:pic>
        <p:sp>
          <p:nvSpPr>
            <p:cNvPr id="28" name="Rectangle 27">
              <a:extLst>
                <a:ext uri="{FF2B5EF4-FFF2-40B4-BE49-F238E27FC236}">
                  <a16:creationId xmlns:a16="http://schemas.microsoft.com/office/drawing/2014/main" id="{9473734A-1725-1983-A000-DADDB5C9CD0F}"/>
                </a:ext>
              </a:extLst>
            </p:cNvPr>
            <p:cNvSpPr/>
            <p:nvPr/>
          </p:nvSpPr>
          <p:spPr>
            <a:xfrm>
              <a:off x="1261275" y="3878918"/>
              <a:ext cx="880962" cy="609600"/>
            </a:xfrm>
            <a:prstGeom prst="rect">
              <a:avLst/>
            </a:prstGeom>
            <a:noFill/>
            <a:ln w="5715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A89AC57-7F9F-4DD8-C931-78956B4C1767}"/>
                </a:ext>
              </a:extLst>
            </p:cNvPr>
            <p:cNvSpPr/>
            <p:nvPr/>
          </p:nvSpPr>
          <p:spPr>
            <a:xfrm>
              <a:off x="4014944" y="3878918"/>
              <a:ext cx="900012" cy="609600"/>
            </a:xfrm>
            <a:prstGeom prst="rect">
              <a:avLst/>
            </a:prstGeom>
            <a:noFill/>
            <a:ln w="5715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74745EA-78DE-FB91-F348-6C05A7207D73}"/>
                </a:ext>
              </a:extLst>
            </p:cNvPr>
            <p:cNvSpPr/>
            <p:nvPr/>
          </p:nvSpPr>
          <p:spPr>
            <a:xfrm>
              <a:off x="6787663" y="3878918"/>
              <a:ext cx="900012" cy="609600"/>
            </a:xfrm>
            <a:prstGeom prst="rect">
              <a:avLst/>
            </a:prstGeom>
            <a:noFill/>
            <a:ln w="5715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3970049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72088"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12" name="Title 1"/>
          <p:cNvSpPr txBox="1">
            <a:spLocks/>
          </p:cNvSpPr>
          <p:nvPr/>
        </p:nvSpPr>
        <p:spPr>
          <a:xfrm>
            <a:off x="557628" y="-375488"/>
            <a:ext cx="5347871" cy="1800526"/>
          </a:xfrm>
          <a:prstGeom prst="rect">
            <a:avLst/>
          </a:prstGeom>
        </p:spPr>
        <p:txBody>
          <a:bodyPr vert="horz" lIns="91440" tIns="45720" rIns="91440" bIns="45720" rtlCol="0" anchor="ctr" anchorCtr="0">
            <a:normAutofit/>
          </a:bodyPr>
          <a:lstStyle>
            <a:lvl1pPr algn="l" defTabSz="1828800" rtl="0" eaLnBrk="1" latinLnBrk="0" hangingPunct="1">
              <a:lnSpc>
                <a:spcPct val="90000"/>
              </a:lnSpc>
              <a:spcBef>
                <a:spcPct val="0"/>
              </a:spcBef>
              <a:buNone/>
              <a:defRPr sz="6000" b="1" kern="1200" baseline="0">
                <a:solidFill>
                  <a:schemeClr val="tx2"/>
                </a:solidFill>
                <a:latin typeface="+mj-lt"/>
                <a:ea typeface="+mj-ea"/>
                <a:cs typeface="+mj-cs"/>
              </a:defRPr>
            </a:lvl1pPr>
          </a:lstStyle>
          <a:p>
            <a:pPr defTabSz="914400">
              <a:spcAft>
                <a:spcPts val="600"/>
              </a:spcAft>
            </a:pPr>
            <a:r>
              <a:rPr lang="en-US" sz="4400" b="0" kern="1200" dirty="0">
                <a:solidFill>
                  <a:schemeClr val="tx1"/>
                </a:solidFill>
                <a:latin typeface="+mj-lt"/>
                <a:ea typeface="+mj-ea"/>
                <a:cs typeface="+mj-cs"/>
              </a:rPr>
              <a:t>Assessment Cont.</a:t>
            </a:r>
          </a:p>
        </p:txBody>
      </p:sp>
      <p:sp>
        <p:nvSpPr>
          <p:cNvPr id="11" name="Content Placeholder 8"/>
          <p:cNvSpPr txBox="1">
            <a:spLocks/>
          </p:cNvSpPr>
          <p:nvPr/>
        </p:nvSpPr>
        <p:spPr>
          <a:xfrm>
            <a:off x="628649" y="1251352"/>
            <a:ext cx="7407717" cy="5518115"/>
          </a:xfrm>
          <a:prstGeom prst="rect">
            <a:avLst/>
          </a:prstGeom>
        </p:spPr>
        <p:txBody>
          <a:bodyPr vert="horz" lIns="91440" tIns="45720" rIns="91440" bIns="45720" rtlCol="0">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3600" kern="1200">
                <a:solidFill>
                  <a:schemeClr val="tx1">
                    <a:lumMod val="85000"/>
                    <a:lumOff val="15000"/>
                  </a:schemeClr>
                </a:solidFill>
                <a:latin typeface="+mn-lt"/>
                <a:ea typeface="+mn-ea"/>
                <a:cs typeface="+mn-cs"/>
              </a:defRPr>
            </a:lvl1pPr>
            <a:lvl2pPr marL="1371600" indent="-457200" algn="l" defTabSz="1828800" rtl="0" eaLnBrk="1" latinLnBrk="0" hangingPunct="1">
              <a:lnSpc>
                <a:spcPct val="90000"/>
              </a:lnSpc>
              <a:spcBef>
                <a:spcPts val="1000"/>
              </a:spcBef>
              <a:buSzPct val="80000"/>
              <a:buFont typeface="Wingdings" charset="2"/>
              <a:buChar char="§"/>
              <a:defRPr sz="3600" kern="1200">
                <a:solidFill>
                  <a:schemeClr val="tx1">
                    <a:lumMod val="85000"/>
                    <a:lumOff val="15000"/>
                  </a:schemeClr>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lumMod val="85000"/>
                    <a:lumOff val="15000"/>
                  </a:schemeClr>
                </a:solidFill>
                <a:latin typeface="+mn-lt"/>
                <a:ea typeface="+mn-ea"/>
                <a:cs typeface="+mn-cs"/>
              </a:defRPr>
            </a:lvl3pPr>
            <a:lvl4pPr marL="3200400" indent="-457200" algn="l" defTabSz="1828800" rtl="0" eaLnBrk="1" latinLnBrk="0" hangingPunct="1">
              <a:lnSpc>
                <a:spcPct val="90000"/>
              </a:lnSpc>
              <a:spcBef>
                <a:spcPts val="1000"/>
              </a:spcBef>
              <a:buSzPct val="80000"/>
              <a:buFont typeface="Wingdings" charset="2"/>
              <a:buChar char="§"/>
              <a:defRPr sz="3600" kern="1200">
                <a:solidFill>
                  <a:schemeClr val="tx1">
                    <a:lumMod val="85000"/>
                    <a:lumOff val="15000"/>
                  </a:schemeClr>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lumMod val="85000"/>
                    <a:lumOff val="15000"/>
                  </a:schemeClr>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defTabSz="914400">
              <a:spcBef>
                <a:spcPts val="600"/>
              </a:spcBef>
              <a:spcAft>
                <a:spcPts val="600"/>
              </a:spcAft>
              <a:buClr>
                <a:schemeClr val="tx1">
                  <a:lumMod val="85000"/>
                  <a:lumOff val="15000"/>
                </a:schemeClr>
              </a:buClr>
              <a:buNone/>
            </a:pPr>
            <a:r>
              <a:rPr lang="en-US" sz="2400" dirty="0">
                <a:solidFill>
                  <a:schemeClr val="tx1"/>
                </a:solidFill>
              </a:rPr>
              <a:t>How much MRSA colonization do we have here? </a:t>
            </a: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defTabSz="914400">
              <a:spcBef>
                <a:spcPts val="600"/>
              </a:spcBef>
              <a:spcAft>
                <a:spcPts val="600"/>
              </a:spcAft>
              <a:buClr>
                <a:schemeClr val="tx1">
                  <a:lumMod val="85000"/>
                  <a:lumOff val="15000"/>
                </a:schemeClr>
              </a:buClr>
              <a:buNone/>
            </a:pPr>
            <a:endParaRPr lang="en-US" sz="2000" dirty="0">
              <a:solidFill>
                <a:schemeClr val="tx1"/>
              </a:solidFill>
            </a:endParaRPr>
          </a:p>
          <a:p>
            <a:pPr marL="0" indent="0" algn="ctr" defTabSz="914400">
              <a:spcBef>
                <a:spcPts val="600"/>
              </a:spcBef>
              <a:spcAft>
                <a:spcPts val="600"/>
              </a:spcAft>
              <a:buClr>
                <a:schemeClr val="tx1">
                  <a:lumMod val="85000"/>
                  <a:lumOff val="15000"/>
                </a:schemeClr>
              </a:buClr>
              <a:buNone/>
            </a:pPr>
            <a:r>
              <a:rPr lang="en-US" sz="2000" b="1" dirty="0">
                <a:solidFill>
                  <a:srgbClr val="FF00FF"/>
                </a:solidFill>
              </a:rPr>
              <a:t>Overall: 2022 &lt;5% and 2023 &lt;5%</a:t>
            </a:r>
          </a:p>
        </p:txBody>
      </p:sp>
      <p:sp>
        <p:nvSpPr>
          <p:cNvPr id="3" name="Slide Number Placeholder 2"/>
          <p:cNvSpPr>
            <a:spLocks noGrp="1"/>
          </p:cNvSpPr>
          <p:nvPr>
            <p:ph type="sldNum" sz="quarter" idx="4"/>
          </p:nvPr>
        </p:nvSpPr>
        <p:spPr>
          <a:xfrm>
            <a:off x="195306" y="6450290"/>
            <a:ext cx="1785006" cy="365125"/>
          </a:xfrm>
        </p:spPr>
        <p:txBody>
          <a:bodyPr vert="horz" lIns="91440" tIns="45720" rIns="91440" bIns="45720" rtlCol="0" anchor="ctr">
            <a:normAutofit/>
          </a:bodyPr>
          <a:lstStyle/>
          <a:p>
            <a:pPr defTabSz="914400">
              <a:spcAft>
                <a:spcPts val="600"/>
              </a:spcAft>
            </a:pPr>
            <a:fld id="{8C8B385D-DF67-E241-B0BF-76B80A8E743B}" type="slidenum">
              <a:rPr lang="en-US" smtClean="0"/>
              <a:pPr defTabSz="914400">
                <a:spcAft>
                  <a:spcPts val="600"/>
                </a:spcAft>
              </a:pPr>
              <a:t>7</a:t>
            </a:fld>
            <a:endParaRPr lang="en-US" dirty="0"/>
          </a:p>
        </p:txBody>
      </p:sp>
      <p:pic>
        <p:nvPicPr>
          <p:cNvPr id="4" name="Picture 3">
            <a:extLst>
              <a:ext uri="{FF2B5EF4-FFF2-40B4-BE49-F238E27FC236}">
                <a16:creationId xmlns:a16="http://schemas.microsoft.com/office/drawing/2014/main" id="{920B6A97-C322-2527-969F-375615482EB2}"/>
              </a:ext>
            </a:extLst>
          </p:cNvPr>
          <p:cNvPicPr>
            <a:picLocks noChangeAspect="1"/>
          </p:cNvPicPr>
          <p:nvPr/>
        </p:nvPicPr>
        <p:blipFill>
          <a:blip r:embed="rId3"/>
          <a:stretch>
            <a:fillRect/>
          </a:stretch>
        </p:blipFill>
        <p:spPr>
          <a:xfrm>
            <a:off x="1252638" y="2126792"/>
            <a:ext cx="6438900" cy="2400300"/>
          </a:xfrm>
          <a:prstGeom prst="rect">
            <a:avLst/>
          </a:prstGeom>
        </p:spPr>
      </p:pic>
      <p:sp>
        <p:nvSpPr>
          <p:cNvPr id="5" name="Rectangle 4">
            <a:extLst>
              <a:ext uri="{FF2B5EF4-FFF2-40B4-BE49-F238E27FC236}">
                <a16:creationId xmlns:a16="http://schemas.microsoft.com/office/drawing/2014/main" id="{DE601C70-D390-7EF3-66EB-2E381114F7CE}"/>
              </a:ext>
            </a:extLst>
          </p:cNvPr>
          <p:cNvSpPr/>
          <p:nvPr/>
        </p:nvSpPr>
        <p:spPr>
          <a:xfrm>
            <a:off x="1240843" y="3668676"/>
            <a:ext cx="954930" cy="537976"/>
          </a:xfrm>
          <a:prstGeom prst="rect">
            <a:avLst/>
          </a:prstGeom>
          <a:noFill/>
          <a:ln w="5715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D33EC53-4987-C750-BE23-8DA85F547A06}"/>
              </a:ext>
            </a:extLst>
          </p:cNvPr>
          <p:cNvSpPr/>
          <p:nvPr/>
        </p:nvSpPr>
        <p:spPr>
          <a:xfrm>
            <a:off x="4006418" y="3668676"/>
            <a:ext cx="954930" cy="537976"/>
          </a:xfrm>
          <a:prstGeom prst="rect">
            <a:avLst/>
          </a:prstGeom>
          <a:noFill/>
          <a:ln w="5715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86DA092-9372-218D-3642-C939CBD83A4D}"/>
              </a:ext>
            </a:extLst>
          </p:cNvPr>
          <p:cNvSpPr/>
          <p:nvPr/>
        </p:nvSpPr>
        <p:spPr>
          <a:xfrm>
            <a:off x="6750878" y="3668676"/>
            <a:ext cx="954930" cy="537976"/>
          </a:xfrm>
          <a:prstGeom prst="rect">
            <a:avLst/>
          </a:prstGeom>
          <a:noFill/>
          <a:ln w="5715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0729457"/>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D389E-52E0-D2BF-47A3-B8DDB10F651C}"/>
              </a:ext>
            </a:extLst>
          </p:cNvPr>
          <p:cNvSpPr>
            <a:spLocks noGrp="1"/>
          </p:cNvSpPr>
          <p:nvPr>
            <p:ph type="title"/>
          </p:nvPr>
        </p:nvSpPr>
        <p:spPr>
          <a:xfrm>
            <a:off x="245962" y="156499"/>
            <a:ext cx="6395295" cy="1004887"/>
          </a:xfrm>
        </p:spPr>
        <p:txBody>
          <a:bodyPr/>
          <a:lstStyle/>
          <a:p>
            <a:r>
              <a:rPr lang="en-US" sz="4400" dirty="0">
                <a:solidFill>
                  <a:schemeClr val="tx1"/>
                </a:solidFill>
              </a:rPr>
              <a:t>Assessment Cont.</a:t>
            </a:r>
          </a:p>
        </p:txBody>
      </p:sp>
      <p:sp>
        <p:nvSpPr>
          <p:cNvPr id="4" name="Content Placeholder 3">
            <a:extLst>
              <a:ext uri="{FF2B5EF4-FFF2-40B4-BE49-F238E27FC236}">
                <a16:creationId xmlns:a16="http://schemas.microsoft.com/office/drawing/2014/main" id="{17E7E1C6-511B-C5DC-A7C8-1148D261D334}"/>
              </a:ext>
            </a:extLst>
          </p:cNvPr>
          <p:cNvSpPr>
            <a:spLocks noGrp="1"/>
          </p:cNvSpPr>
          <p:nvPr>
            <p:ph sz="quarter" idx="21"/>
          </p:nvPr>
        </p:nvSpPr>
        <p:spPr>
          <a:xfrm>
            <a:off x="200025" y="1226485"/>
            <a:ext cx="8899126" cy="4253370"/>
          </a:xfrm>
        </p:spPr>
        <p:txBody>
          <a:bodyPr/>
          <a:lstStyle/>
          <a:p>
            <a:r>
              <a:rPr lang="en-US" sz="2800" dirty="0"/>
              <a:t>Community acquired pneumonia (CAP): </a:t>
            </a:r>
          </a:p>
          <a:p>
            <a:pPr lvl="1">
              <a:buFont typeface="Wingdings" panose="05000000000000000000" pitchFamily="2" charset="2"/>
              <a:buChar char="§"/>
            </a:pPr>
            <a:r>
              <a:rPr lang="en-US" sz="2400" dirty="0"/>
              <a:t>Pneumonia acquired outside of the hospital setting </a:t>
            </a:r>
          </a:p>
          <a:p>
            <a:pPr lvl="1">
              <a:buFont typeface="Wingdings" panose="05000000000000000000" pitchFamily="2" charset="2"/>
              <a:buChar char="§"/>
            </a:pPr>
            <a:r>
              <a:rPr lang="en-US" sz="2400" dirty="0">
                <a:solidFill>
                  <a:schemeClr val="tx1"/>
                </a:solidFill>
              </a:rPr>
              <a:t>NO MORE Healthcare-associated pneumonia or HCAP</a:t>
            </a:r>
          </a:p>
          <a:p>
            <a:r>
              <a:rPr lang="en-US" sz="2800" dirty="0"/>
              <a:t> From 2019 ATS and IDSA guideline*:</a:t>
            </a:r>
          </a:p>
          <a:p>
            <a:pPr lvl="1">
              <a:buFont typeface="Wingdings" panose="05000000000000000000" pitchFamily="2" charset="2"/>
              <a:buChar char="§"/>
            </a:pPr>
            <a:r>
              <a:rPr lang="en-US" sz="2400" dirty="0"/>
              <a:t>Risk factors for MRSA in </a:t>
            </a:r>
            <a:r>
              <a:rPr lang="en-US" sz="2400" b="1" dirty="0">
                <a:solidFill>
                  <a:srgbClr val="FF00FF"/>
                </a:solidFill>
              </a:rPr>
              <a:t>non-severe CAP</a:t>
            </a:r>
            <a:r>
              <a:rPr lang="en-US" sz="2400" dirty="0"/>
              <a:t>: </a:t>
            </a:r>
          </a:p>
          <a:p>
            <a:pPr lvl="2">
              <a:buFont typeface="Arial" panose="020B0604020202020204" pitchFamily="34" charset="0"/>
              <a:buChar char="‒"/>
            </a:pPr>
            <a:r>
              <a:rPr lang="en-US" sz="2000" dirty="0">
                <a:solidFill>
                  <a:srgbClr val="FF00FF"/>
                </a:solidFill>
              </a:rPr>
              <a:t>MRSA colonization OR infection of respiratory tract within 1 year</a:t>
            </a:r>
          </a:p>
          <a:p>
            <a:pPr lvl="1">
              <a:buFont typeface="Wingdings" panose="05000000000000000000" pitchFamily="2" charset="2"/>
              <a:buChar char="§"/>
            </a:pPr>
            <a:r>
              <a:rPr lang="en-US" sz="2400" dirty="0"/>
              <a:t>Risk factors for MRSA in </a:t>
            </a:r>
            <a:r>
              <a:rPr lang="en-US" sz="2400" b="1" dirty="0">
                <a:solidFill>
                  <a:srgbClr val="FF00FF"/>
                </a:solidFill>
              </a:rPr>
              <a:t>severe CAP</a:t>
            </a:r>
            <a:r>
              <a:rPr lang="en-US" sz="2400" dirty="0"/>
              <a:t>: </a:t>
            </a:r>
          </a:p>
          <a:p>
            <a:pPr lvl="2">
              <a:buFont typeface="Arial" panose="020B0604020202020204" pitchFamily="34" charset="0"/>
              <a:buChar char="‒"/>
            </a:pPr>
            <a:r>
              <a:rPr lang="en-US" sz="2000" dirty="0">
                <a:solidFill>
                  <a:srgbClr val="FF00FF"/>
                </a:solidFill>
              </a:rPr>
              <a:t>History of MRSA colonization/prior MRSA isolation especially from respiratory tract within 1 year OR</a:t>
            </a:r>
          </a:p>
          <a:p>
            <a:pPr lvl="2">
              <a:buFont typeface="Arial" panose="020B0604020202020204" pitchFamily="34" charset="0"/>
              <a:buChar char="‒"/>
            </a:pPr>
            <a:r>
              <a:rPr lang="en-US" sz="2000" dirty="0">
                <a:solidFill>
                  <a:srgbClr val="FF00FF"/>
                </a:solidFill>
              </a:rPr>
              <a:t>Hospitalization AND parenteral antibiotics in last 90 days</a:t>
            </a:r>
          </a:p>
          <a:p>
            <a:pPr>
              <a:buFontTx/>
              <a:buChar char="-"/>
            </a:pPr>
            <a:endParaRPr lang="en-US" sz="2400" dirty="0"/>
          </a:p>
        </p:txBody>
      </p:sp>
      <p:sp>
        <p:nvSpPr>
          <p:cNvPr id="5" name="Slide Number Placeholder 4">
            <a:extLst>
              <a:ext uri="{FF2B5EF4-FFF2-40B4-BE49-F238E27FC236}">
                <a16:creationId xmlns:a16="http://schemas.microsoft.com/office/drawing/2014/main" id="{6D8F9196-4A11-DEE0-866B-49425DA71F88}"/>
              </a:ext>
            </a:extLst>
          </p:cNvPr>
          <p:cNvSpPr>
            <a:spLocks noGrp="1"/>
          </p:cNvSpPr>
          <p:nvPr>
            <p:ph type="sldNum" sz="quarter" idx="4"/>
          </p:nvPr>
        </p:nvSpPr>
        <p:spPr/>
        <p:txBody>
          <a:bodyPr/>
          <a:lstStyle/>
          <a:p>
            <a:fld id="{8C8B385D-DF67-E241-B0BF-76B80A8E743B}" type="slidenum">
              <a:rPr lang="en-US" smtClean="0"/>
              <a:pPr/>
              <a:t>8</a:t>
            </a:fld>
            <a:endParaRPr lang="en-US" dirty="0"/>
          </a:p>
        </p:txBody>
      </p:sp>
      <p:sp>
        <p:nvSpPr>
          <p:cNvPr id="9" name="TextBox 8">
            <a:extLst>
              <a:ext uri="{FF2B5EF4-FFF2-40B4-BE49-F238E27FC236}">
                <a16:creationId xmlns:a16="http://schemas.microsoft.com/office/drawing/2014/main" id="{235A982B-C7BF-F406-8B95-9FE5E1212D64}"/>
              </a:ext>
            </a:extLst>
          </p:cNvPr>
          <p:cNvSpPr txBox="1"/>
          <p:nvPr/>
        </p:nvSpPr>
        <p:spPr>
          <a:xfrm>
            <a:off x="1014634" y="6623488"/>
            <a:ext cx="8205566" cy="246221"/>
          </a:xfrm>
          <a:prstGeom prst="rect">
            <a:avLst/>
          </a:prstGeom>
          <a:noFill/>
        </p:spPr>
        <p:txBody>
          <a:bodyPr wrap="square">
            <a:spAutoFit/>
          </a:bodyPr>
          <a:lstStyle/>
          <a:p>
            <a:pPr algn="r"/>
            <a:r>
              <a:rPr lang="en-US" sz="1000" dirty="0" err="1"/>
              <a:t>Metlay</a:t>
            </a:r>
            <a:r>
              <a:rPr lang="en-US" sz="1000" dirty="0"/>
              <a:t> JP, et al. Am J Respir Crit Care Med. 2019;200(7):E45–E67. </a:t>
            </a:r>
          </a:p>
        </p:txBody>
      </p:sp>
      <p:sp>
        <p:nvSpPr>
          <p:cNvPr id="3" name="TextBox 2">
            <a:extLst>
              <a:ext uri="{FF2B5EF4-FFF2-40B4-BE49-F238E27FC236}">
                <a16:creationId xmlns:a16="http://schemas.microsoft.com/office/drawing/2014/main" id="{4F5117AC-40F3-E020-05B0-2CD0F1122CC1}"/>
              </a:ext>
            </a:extLst>
          </p:cNvPr>
          <p:cNvSpPr txBox="1"/>
          <p:nvPr/>
        </p:nvSpPr>
        <p:spPr>
          <a:xfrm>
            <a:off x="149624" y="5743895"/>
            <a:ext cx="8899125" cy="738664"/>
          </a:xfrm>
          <a:prstGeom prst="rect">
            <a:avLst/>
          </a:prstGeom>
          <a:noFill/>
        </p:spPr>
        <p:txBody>
          <a:bodyPr wrap="square" rtlCol="0">
            <a:spAutoFit/>
          </a:bodyPr>
          <a:lstStyle/>
          <a:p>
            <a:r>
              <a:rPr lang="en-US" sz="1400" dirty="0"/>
              <a:t>*Excludes: immunocompromising condition, such as inherited or acquired immune deﬁciency or drug-induced neutropenia, including patients actively receiving cancer chemotherapy, patients infected with HIV with suppressed CD4 counts, and solid organ or bone marrow transplant recipients.</a:t>
            </a:r>
          </a:p>
        </p:txBody>
      </p:sp>
    </p:spTree>
    <p:extLst>
      <p:ext uri="{BB962C8B-B14F-4D97-AF65-F5344CB8AC3E}">
        <p14:creationId xmlns:p14="http://schemas.microsoft.com/office/powerpoint/2010/main" val="2848293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03C721-8398-5808-9176-CD3DC2CD2168}"/>
              </a:ext>
            </a:extLst>
          </p:cNvPr>
          <p:cNvSpPr>
            <a:spLocks noGrp="1"/>
          </p:cNvSpPr>
          <p:nvPr>
            <p:ph type="body" sz="quarter" idx="14"/>
          </p:nvPr>
        </p:nvSpPr>
        <p:spPr/>
        <p:txBody>
          <a:bodyPr/>
          <a:lstStyle/>
          <a:p>
            <a:endParaRPr lang="en-US"/>
          </a:p>
        </p:txBody>
      </p:sp>
      <p:sp>
        <p:nvSpPr>
          <p:cNvPr id="3" name="Text Placeholder 2">
            <a:extLst>
              <a:ext uri="{FF2B5EF4-FFF2-40B4-BE49-F238E27FC236}">
                <a16:creationId xmlns:a16="http://schemas.microsoft.com/office/drawing/2014/main" id="{E530F308-613E-1CE8-D537-F386F1DD378D}"/>
              </a:ext>
            </a:extLst>
          </p:cNvPr>
          <p:cNvSpPr>
            <a:spLocks noGrp="1"/>
          </p:cNvSpPr>
          <p:nvPr>
            <p:ph type="body" sz="quarter" idx="15"/>
          </p:nvPr>
        </p:nvSpPr>
        <p:spPr/>
        <p:txBody>
          <a:bodyPr/>
          <a:lstStyle/>
          <a:p>
            <a:endParaRPr lang="en-US"/>
          </a:p>
        </p:txBody>
      </p:sp>
      <p:pic>
        <p:nvPicPr>
          <p:cNvPr id="8" name="Content Placeholder 7">
            <a:extLst>
              <a:ext uri="{FF2B5EF4-FFF2-40B4-BE49-F238E27FC236}">
                <a16:creationId xmlns:a16="http://schemas.microsoft.com/office/drawing/2014/main" id="{20A9F06F-8C35-FD0A-4602-659AEADE8159}"/>
              </a:ext>
            </a:extLst>
          </p:cNvPr>
          <p:cNvPicPr>
            <a:picLocks noGrp="1" noChangeAspect="1"/>
          </p:cNvPicPr>
          <p:nvPr>
            <p:ph sz="quarter" idx="19"/>
          </p:nvPr>
        </p:nvPicPr>
        <p:blipFill>
          <a:blip r:embed="rId3"/>
          <a:stretch>
            <a:fillRect/>
          </a:stretch>
        </p:blipFill>
        <p:spPr>
          <a:xfrm rot="5400000">
            <a:off x="2139110" y="-925324"/>
            <a:ext cx="4723400" cy="8509695"/>
          </a:xfrm>
        </p:spPr>
      </p:pic>
      <p:sp>
        <p:nvSpPr>
          <p:cNvPr id="6" name="Slide Number Placeholder 5">
            <a:extLst>
              <a:ext uri="{FF2B5EF4-FFF2-40B4-BE49-F238E27FC236}">
                <a16:creationId xmlns:a16="http://schemas.microsoft.com/office/drawing/2014/main" id="{9A7798DE-32F6-86F0-6E9F-75C396ED30D9}"/>
              </a:ext>
            </a:extLst>
          </p:cNvPr>
          <p:cNvSpPr>
            <a:spLocks noGrp="1"/>
          </p:cNvSpPr>
          <p:nvPr>
            <p:ph type="sldNum" sz="quarter" idx="4"/>
          </p:nvPr>
        </p:nvSpPr>
        <p:spPr/>
        <p:txBody>
          <a:bodyPr/>
          <a:lstStyle/>
          <a:p>
            <a:fld id="{8C8B385D-DF67-E241-B0BF-76B80A8E743B}" type="slidenum">
              <a:rPr lang="en-US" smtClean="0"/>
              <a:pPr/>
              <a:t>9</a:t>
            </a:fld>
            <a:endParaRPr lang="en-US" dirty="0"/>
          </a:p>
        </p:txBody>
      </p:sp>
      <p:pic>
        <p:nvPicPr>
          <p:cNvPr id="9" name="Picture 8">
            <a:extLst>
              <a:ext uri="{FF2B5EF4-FFF2-40B4-BE49-F238E27FC236}">
                <a16:creationId xmlns:a16="http://schemas.microsoft.com/office/drawing/2014/main" id="{3A857BF2-F27D-7D3E-56F6-61F812357B58}"/>
              </a:ext>
            </a:extLst>
          </p:cNvPr>
          <p:cNvPicPr>
            <a:picLocks noChangeAspect="1"/>
          </p:cNvPicPr>
          <p:nvPr/>
        </p:nvPicPr>
        <p:blipFill>
          <a:blip r:embed="rId4"/>
          <a:stretch>
            <a:fillRect/>
          </a:stretch>
        </p:blipFill>
        <p:spPr>
          <a:xfrm>
            <a:off x="925880" y="6559211"/>
            <a:ext cx="8218120" cy="274344"/>
          </a:xfrm>
          <a:prstGeom prst="rect">
            <a:avLst/>
          </a:prstGeom>
        </p:spPr>
      </p:pic>
    </p:spTree>
    <p:extLst>
      <p:ext uri="{BB962C8B-B14F-4D97-AF65-F5344CB8AC3E}">
        <p14:creationId xmlns:p14="http://schemas.microsoft.com/office/powerpoint/2010/main" val="2585670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E89AFAC-929B-E7C7-E07F-DD6042325316}"/>
              </a:ext>
            </a:extLst>
          </p:cNvPr>
          <p:cNvPicPr>
            <a:picLocks noChangeAspect="1"/>
          </p:cNvPicPr>
          <p:nvPr/>
        </p:nvPicPr>
        <p:blipFill>
          <a:blip r:embed="rId3"/>
          <a:stretch>
            <a:fillRect/>
          </a:stretch>
        </p:blipFill>
        <p:spPr>
          <a:xfrm>
            <a:off x="1919287" y="4582818"/>
            <a:ext cx="5591175" cy="2066925"/>
          </a:xfrm>
          <a:prstGeom prst="rect">
            <a:avLst/>
          </a:prstGeom>
        </p:spPr>
      </p:pic>
      <p:sp>
        <p:nvSpPr>
          <p:cNvPr id="2" name="Title 1">
            <a:extLst>
              <a:ext uri="{FF2B5EF4-FFF2-40B4-BE49-F238E27FC236}">
                <a16:creationId xmlns:a16="http://schemas.microsoft.com/office/drawing/2014/main" id="{CF3D389E-52E0-D2BF-47A3-B8DDB10F651C}"/>
              </a:ext>
            </a:extLst>
          </p:cNvPr>
          <p:cNvSpPr>
            <a:spLocks noGrp="1"/>
          </p:cNvSpPr>
          <p:nvPr>
            <p:ph type="title"/>
          </p:nvPr>
        </p:nvSpPr>
        <p:spPr>
          <a:xfrm>
            <a:off x="156817" y="-129077"/>
            <a:ext cx="6491633" cy="1004887"/>
          </a:xfrm>
        </p:spPr>
        <p:txBody>
          <a:bodyPr/>
          <a:lstStyle/>
          <a:p>
            <a:r>
              <a:rPr lang="en-US" sz="4400" dirty="0">
                <a:solidFill>
                  <a:schemeClr val="tx1"/>
                </a:solidFill>
              </a:rPr>
              <a:t>Assessment Cont.</a:t>
            </a:r>
          </a:p>
        </p:txBody>
      </p:sp>
      <p:sp>
        <p:nvSpPr>
          <p:cNvPr id="4" name="Content Placeholder 3">
            <a:extLst>
              <a:ext uri="{FF2B5EF4-FFF2-40B4-BE49-F238E27FC236}">
                <a16:creationId xmlns:a16="http://schemas.microsoft.com/office/drawing/2014/main" id="{17E7E1C6-511B-C5DC-A7C8-1148D261D334}"/>
              </a:ext>
            </a:extLst>
          </p:cNvPr>
          <p:cNvSpPr>
            <a:spLocks noGrp="1"/>
          </p:cNvSpPr>
          <p:nvPr>
            <p:ph sz="quarter" idx="21"/>
          </p:nvPr>
        </p:nvSpPr>
        <p:spPr>
          <a:xfrm>
            <a:off x="245962" y="705853"/>
            <a:ext cx="8764688" cy="4435586"/>
          </a:xfrm>
        </p:spPr>
        <p:txBody>
          <a:bodyPr/>
          <a:lstStyle/>
          <a:p>
            <a:r>
              <a:rPr lang="en-US" sz="2800" dirty="0"/>
              <a:t>Ventilator associated pneumonia and Hospital acquired pneumonia from ATS and IDSA 2016:</a:t>
            </a:r>
          </a:p>
          <a:p>
            <a:pPr lvl="1">
              <a:buFont typeface="Wingdings" panose="05000000000000000000" pitchFamily="2" charset="2"/>
              <a:buChar char="§"/>
            </a:pPr>
            <a:r>
              <a:rPr lang="en-US" sz="1900" dirty="0"/>
              <a:t>Risk factors for MRSA: </a:t>
            </a:r>
          </a:p>
          <a:p>
            <a:pPr lvl="2">
              <a:buFont typeface="Arial" panose="020B0604020202020204" pitchFamily="34" charset="0"/>
              <a:buChar char="‒"/>
            </a:pPr>
            <a:r>
              <a:rPr lang="en-US" sz="1900" dirty="0">
                <a:solidFill>
                  <a:srgbClr val="FF00FF"/>
                </a:solidFill>
              </a:rPr>
              <a:t>Prior IV antibiotics use within 90 days</a:t>
            </a:r>
          </a:p>
          <a:p>
            <a:pPr lvl="1">
              <a:buFont typeface="Wingdings" panose="05000000000000000000" pitchFamily="2" charset="2"/>
              <a:buChar char="§"/>
            </a:pPr>
            <a:r>
              <a:rPr lang="en-US" sz="1900" dirty="0"/>
              <a:t>Use anti-MRSA treatment: </a:t>
            </a:r>
          </a:p>
          <a:p>
            <a:pPr lvl="2">
              <a:buFont typeface="Arial" panose="020B0604020202020204" pitchFamily="34" charset="0"/>
              <a:buChar char="‒"/>
            </a:pPr>
            <a:r>
              <a:rPr lang="en-US" sz="1900" dirty="0">
                <a:solidFill>
                  <a:srgbClr val="FF00FF"/>
                </a:solidFill>
              </a:rPr>
              <a:t>Prior intravenous antibiotic use within 90 days</a:t>
            </a:r>
            <a:r>
              <a:rPr lang="en-US" sz="1900" dirty="0"/>
              <a:t>,</a:t>
            </a:r>
          </a:p>
          <a:p>
            <a:pPr lvl="2">
              <a:buFont typeface="Arial" panose="020B0604020202020204" pitchFamily="34" charset="0"/>
              <a:buChar char="‒"/>
            </a:pPr>
            <a:r>
              <a:rPr lang="en-US" sz="1900" dirty="0">
                <a:solidFill>
                  <a:srgbClr val="FF00FF"/>
                </a:solidFill>
              </a:rPr>
              <a:t>Hospitalization in a unit where &gt;20% of S. aureus isolates are methicillin resistant, or the prevalence of MRSA is not known, OR</a:t>
            </a:r>
          </a:p>
          <a:p>
            <a:pPr lvl="2">
              <a:buFont typeface="Arial" panose="020B0604020202020204" pitchFamily="34" charset="0"/>
              <a:buChar char="‒"/>
            </a:pPr>
            <a:r>
              <a:rPr lang="en-US" sz="1900" dirty="0">
                <a:solidFill>
                  <a:srgbClr val="FF00FF"/>
                </a:solidFill>
              </a:rPr>
              <a:t>Patients at high risk for mortality</a:t>
            </a:r>
          </a:p>
          <a:p>
            <a:pPr lvl="2">
              <a:buFont typeface="Arial" panose="020B0604020202020204" pitchFamily="34" charset="0"/>
              <a:buChar char="‒"/>
            </a:pPr>
            <a:r>
              <a:rPr lang="en-US" sz="1900" dirty="0">
                <a:solidFill>
                  <a:srgbClr val="FF00FF"/>
                </a:solidFill>
              </a:rPr>
              <a:t>Consider if prior recent isolation of MRSA from a respiratory specimen</a:t>
            </a:r>
          </a:p>
          <a:p>
            <a:pPr lvl="1">
              <a:buFont typeface="Wingdings" panose="05000000000000000000" pitchFamily="2" charset="2"/>
              <a:buChar char="§"/>
            </a:pPr>
            <a:endParaRPr lang="en-US" sz="2400" dirty="0">
              <a:solidFill>
                <a:schemeClr val="tx1"/>
              </a:solidFill>
            </a:endParaRPr>
          </a:p>
        </p:txBody>
      </p:sp>
      <p:sp>
        <p:nvSpPr>
          <p:cNvPr id="5" name="Slide Number Placeholder 4">
            <a:extLst>
              <a:ext uri="{FF2B5EF4-FFF2-40B4-BE49-F238E27FC236}">
                <a16:creationId xmlns:a16="http://schemas.microsoft.com/office/drawing/2014/main" id="{6D8F9196-4A11-DEE0-866B-49425DA71F88}"/>
              </a:ext>
            </a:extLst>
          </p:cNvPr>
          <p:cNvSpPr>
            <a:spLocks noGrp="1"/>
          </p:cNvSpPr>
          <p:nvPr>
            <p:ph type="sldNum" sz="quarter" idx="4"/>
          </p:nvPr>
        </p:nvSpPr>
        <p:spPr/>
        <p:txBody>
          <a:bodyPr/>
          <a:lstStyle/>
          <a:p>
            <a:fld id="{8C8B385D-DF67-E241-B0BF-76B80A8E743B}" type="slidenum">
              <a:rPr lang="en-US" smtClean="0"/>
              <a:pPr/>
              <a:t>10</a:t>
            </a:fld>
            <a:endParaRPr lang="en-US" dirty="0"/>
          </a:p>
        </p:txBody>
      </p:sp>
      <p:sp>
        <p:nvSpPr>
          <p:cNvPr id="9" name="TextBox 8">
            <a:extLst>
              <a:ext uri="{FF2B5EF4-FFF2-40B4-BE49-F238E27FC236}">
                <a16:creationId xmlns:a16="http://schemas.microsoft.com/office/drawing/2014/main" id="{235A982B-C7BF-F406-8B95-9FE5E1212D64}"/>
              </a:ext>
            </a:extLst>
          </p:cNvPr>
          <p:cNvSpPr txBox="1"/>
          <p:nvPr/>
        </p:nvSpPr>
        <p:spPr>
          <a:xfrm>
            <a:off x="1014634" y="6671113"/>
            <a:ext cx="8205566" cy="215444"/>
          </a:xfrm>
          <a:prstGeom prst="rect">
            <a:avLst/>
          </a:prstGeom>
          <a:noFill/>
        </p:spPr>
        <p:txBody>
          <a:bodyPr wrap="square">
            <a:spAutoFit/>
          </a:bodyPr>
          <a:lstStyle/>
          <a:p>
            <a:pPr algn="r"/>
            <a:r>
              <a:rPr lang="en-US" sz="800" dirty="0" err="1"/>
              <a:t>Kalil</a:t>
            </a:r>
            <a:r>
              <a:rPr lang="en-US" sz="800" dirty="0"/>
              <a:t> AC, et al. CID. 2016;63(5)e61-e111.</a:t>
            </a:r>
          </a:p>
        </p:txBody>
      </p:sp>
      <p:sp>
        <p:nvSpPr>
          <p:cNvPr id="10" name="Rectangle 9">
            <a:extLst>
              <a:ext uri="{FF2B5EF4-FFF2-40B4-BE49-F238E27FC236}">
                <a16:creationId xmlns:a16="http://schemas.microsoft.com/office/drawing/2014/main" id="{A84138F8-D7C6-EB85-D28F-6CDBD9BF1FA2}"/>
              </a:ext>
            </a:extLst>
          </p:cNvPr>
          <p:cNvSpPr/>
          <p:nvPr/>
        </p:nvSpPr>
        <p:spPr>
          <a:xfrm>
            <a:off x="4323134" y="6117194"/>
            <a:ext cx="783480" cy="501056"/>
          </a:xfrm>
          <a:prstGeom prst="rect">
            <a:avLst/>
          </a:prstGeom>
          <a:noFill/>
          <a:ln w="5715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3ACC7EC-6A0F-8160-20DA-6825BC43B70C}"/>
              </a:ext>
            </a:extLst>
          </p:cNvPr>
          <p:cNvSpPr/>
          <p:nvPr/>
        </p:nvSpPr>
        <p:spPr>
          <a:xfrm>
            <a:off x="6693725" y="6127393"/>
            <a:ext cx="783480" cy="501056"/>
          </a:xfrm>
          <a:prstGeom prst="rect">
            <a:avLst/>
          </a:prstGeom>
          <a:noFill/>
          <a:ln w="5715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1150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624DC2-A51D-6799-3FCF-6F776DDA6BAD}"/>
              </a:ext>
            </a:extLst>
          </p:cNvPr>
          <p:cNvSpPr>
            <a:spLocks noGrp="1"/>
          </p:cNvSpPr>
          <p:nvPr>
            <p:ph type="sldNum" sz="quarter" idx="4"/>
          </p:nvPr>
        </p:nvSpPr>
        <p:spPr/>
        <p:txBody>
          <a:bodyPr/>
          <a:lstStyle/>
          <a:p>
            <a:fld id="{8C8B385D-DF67-E241-B0BF-76B80A8E743B}" type="slidenum">
              <a:rPr lang="en-US" smtClean="0"/>
              <a:pPr/>
              <a:t>11</a:t>
            </a:fld>
            <a:endParaRPr lang="en-US" dirty="0"/>
          </a:p>
        </p:txBody>
      </p:sp>
      <p:sp>
        <p:nvSpPr>
          <p:cNvPr id="3" name="Text Placeholder 2">
            <a:extLst>
              <a:ext uri="{FF2B5EF4-FFF2-40B4-BE49-F238E27FC236}">
                <a16:creationId xmlns:a16="http://schemas.microsoft.com/office/drawing/2014/main" id="{B7D9481A-4857-A60C-0F0E-BCA407CD8901}"/>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DFD84107-C390-6CD3-775F-AA898EBE159C}"/>
              </a:ext>
            </a:extLst>
          </p:cNvPr>
          <p:cNvSpPr>
            <a:spLocks noGrp="1"/>
          </p:cNvSpPr>
          <p:nvPr>
            <p:ph type="body" sz="quarter" idx="15"/>
          </p:nvPr>
        </p:nvSpPr>
        <p:spPr/>
        <p:txBody>
          <a:bodyPr/>
          <a:lstStyle/>
          <a:p>
            <a:endParaRPr lang="en-US"/>
          </a:p>
        </p:txBody>
      </p:sp>
      <p:pic>
        <p:nvPicPr>
          <p:cNvPr id="6" name="Picture 5">
            <a:extLst>
              <a:ext uri="{FF2B5EF4-FFF2-40B4-BE49-F238E27FC236}">
                <a16:creationId xmlns:a16="http://schemas.microsoft.com/office/drawing/2014/main" id="{CBA57057-2EAD-18AD-1915-827915D221C4}"/>
              </a:ext>
            </a:extLst>
          </p:cNvPr>
          <p:cNvPicPr>
            <a:picLocks noChangeAspect="1"/>
          </p:cNvPicPr>
          <p:nvPr/>
        </p:nvPicPr>
        <p:blipFill>
          <a:blip r:embed="rId3"/>
          <a:stretch>
            <a:fillRect/>
          </a:stretch>
        </p:blipFill>
        <p:spPr>
          <a:xfrm>
            <a:off x="1215906" y="298938"/>
            <a:ext cx="6712188" cy="6260123"/>
          </a:xfrm>
          <a:prstGeom prst="rect">
            <a:avLst/>
          </a:prstGeom>
        </p:spPr>
      </p:pic>
      <p:pic>
        <p:nvPicPr>
          <p:cNvPr id="7" name="Picture 6">
            <a:extLst>
              <a:ext uri="{FF2B5EF4-FFF2-40B4-BE49-F238E27FC236}">
                <a16:creationId xmlns:a16="http://schemas.microsoft.com/office/drawing/2014/main" id="{584B1E08-CC19-D67F-1AB3-7A79CFA5BBEF}"/>
              </a:ext>
            </a:extLst>
          </p:cNvPr>
          <p:cNvPicPr>
            <a:picLocks noChangeAspect="1"/>
          </p:cNvPicPr>
          <p:nvPr/>
        </p:nvPicPr>
        <p:blipFill>
          <a:blip r:embed="rId4"/>
          <a:stretch>
            <a:fillRect/>
          </a:stretch>
        </p:blipFill>
        <p:spPr>
          <a:xfrm>
            <a:off x="931976" y="6626332"/>
            <a:ext cx="8212024" cy="231668"/>
          </a:xfrm>
          <a:prstGeom prst="rect">
            <a:avLst/>
          </a:prstGeom>
        </p:spPr>
      </p:pic>
    </p:spTree>
    <p:extLst>
      <p:ext uri="{BB962C8B-B14F-4D97-AF65-F5344CB8AC3E}">
        <p14:creationId xmlns:p14="http://schemas.microsoft.com/office/powerpoint/2010/main" val="1178043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F8E093-2C11-F949-FD9F-93AA5E9A312F}"/>
              </a:ext>
            </a:extLst>
          </p:cNvPr>
          <p:cNvSpPr>
            <a:spLocks noGrp="1"/>
          </p:cNvSpPr>
          <p:nvPr>
            <p:ph type="sldNum" sz="quarter" idx="4"/>
          </p:nvPr>
        </p:nvSpPr>
        <p:spPr/>
        <p:txBody>
          <a:bodyPr/>
          <a:lstStyle/>
          <a:p>
            <a:fld id="{8C8B385D-DF67-E241-B0BF-76B80A8E743B}" type="slidenum">
              <a:rPr lang="en-US" smtClean="0"/>
              <a:pPr/>
              <a:t>12</a:t>
            </a:fld>
            <a:endParaRPr lang="en-US" dirty="0"/>
          </a:p>
        </p:txBody>
      </p:sp>
      <p:pic>
        <p:nvPicPr>
          <p:cNvPr id="5" name="Picture 4">
            <a:extLst>
              <a:ext uri="{FF2B5EF4-FFF2-40B4-BE49-F238E27FC236}">
                <a16:creationId xmlns:a16="http://schemas.microsoft.com/office/drawing/2014/main" id="{347AD4C9-AA3C-C1E0-F54C-A86AB1CAE887}"/>
              </a:ext>
            </a:extLst>
          </p:cNvPr>
          <p:cNvPicPr>
            <a:picLocks noChangeAspect="1"/>
          </p:cNvPicPr>
          <p:nvPr/>
        </p:nvPicPr>
        <p:blipFill>
          <a:blip r:embed="rId3"/>
          <a:stretch>
            <a:fillRect/>
          </a:stretch>
        </p:blipFill>
        <p:spPr>
          <a:xfrm>
            <a:off x="1527295" y="1529231"/>
            <a:ext cx="6089409" cy="4783824"/>
          </a:xfrm>
          <a:prstGeom prst="rect">
            <a:avLst/>
          </a:prstGeom>
        </p:spPr>
      </p:pic>
      <p:sp>
        <p:nvSpPr>
          <p:cNvPr id="8" name="TextBox 7">
            <a:extLst>
              <a:ext uri="{FF2B5EF4-FFF2-40B4-BE49-F238E27FC236}">
                <a16:creationId xmlns:a16="http://schemas.microsoft.com/office/drawing/2014/main" id="{79E195FE-24C1-E692-F3AA-52F333E03C6C}"/>
              </a:ext>
            </a:extLst>
          </p:cNvPr>
          <p:cNvSpPr txBox="1"/>
          <p:nvPr/>
        </p:nvSpPr>
        <p:spPr>
          <a:xfrm>
            <a:off x="461818" y="544945"/>
            <a:ext cx="8192655" cy="830997"/>
          </a:xfrm>
          <a:prstGeom prst="rect">
            <a:avLst/>
          </a:prstGeom>
          <a:noFill/>
        </p:spPr>
        <p:txBody>
          <a:bodyPr wrap="square" rtlCol="0">
            <a:spAutoFit/>
          </a:bodyPr>
          <a:lstStyle/>
          <a:p>
            <a:r>
              <a:rPr lang="en-US" sz="2400" dirty="0"/>
              <a:t>Do you have to given anti-MRSA coverage to meet Sepsis guidelines? NO!!!!</a:t>
            </a:r>
          </a:p>
        </p:txBody>
      </p:sp>
    </p:spTree>
    <p:extLst>
      <p:ext uri="{BB962C8B-B14F-4D97-AF65-F5344CB8AC3E}">
        <p14:creationId xmlns:p14="http://schemas.microsoft.com/office/powerpoint/2010/main" val="752521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D389E-52E0-D2BF-47A3-B8DDB10F651C}"/>
              </a:ext>
            </a:extLst>
          </p:cNvPr>
          <p:cNvSpPr>
            <a:spLocks noGrp="1"/>
          </p:cNvSpPr>
          <p:nvPr>
            <p:ph type="title"/>
          </p:nvPr>
        </p:nvSpPr>
        <p:spPr>
          <a:xfrm>
            <a:off x="590549" y="401225"/>
            <a:ext cx="6491633" cy="1004887"/>
          </a:xfrm>
        </p:spPr>
        <p:txBody>
          <a:bodyPr/>
          <a:lstStyle/>
          <a:p>
            <a:r>
              <a:rPr lang="en-US" sz="4400" dirty="0">
                <a:solidFill>
                  <a:schemeClr val="tx1"/>
                </a:solidFill>
              </a:rPr>
              <a:t>Assessment Cont.</a:t>
            </a:r>
          </a:p>
        </p:txBody>
      </p:sp>
      <p:sp>
        <p:nvSpPr>
          <p:cNvPr id="4" name="Content Placeholder 3">
            <a:extLst>
              <a:ext uri="{FF2B5EF4-FFF2-40B4-BE49-F238E27FC236}">
                <a16:creationId xmlns:a16="http://schemas.microsoft.com/office/drawing/2014/main" id="{17E7E1C6-511B-C5DC-A7C8-1148D261D334}"/>
              </a:ext>
            </a:extLst>
          </p:cNvPr>
          <p:cNvSpPr>
            <a:spLocks noGrp="1"/>
          </p:cNvSpPr>
          <p:nvPr>
            <p:ph sz="quarter" idx="21"/>
          </p:nvPr>
        </p:nvSpPr>
        <p:spPr>
          <a:xfrm>
            <a:off x="590549" y="1646776"/>
            <a:ext cx="7639051" cy="4253370"/>
          </a:xfrm>
        </p:spPr>
        <p:txBody>
          <a:bodyPr/>
          <a:lstStyle/>
          <a:p>
            <a:r>
              <a:rPr lang="en-US" sz="2800" dirty="0"/>
              <a:t>MRSA surveillance culture: </a:t>
            </a:r>
          </a:p>
          <a:p>
            <a:pPr lvl="1">
              <a:buFont typeface="Wingdings" panose="05000000000000000000" pitchFamily="2" charset="2"/>
              <a:buChar char="§"/>
            </a:pPr>
            <a:r>
              <a:rPr lang="en-US" sz="2400" dirty="0"/>
              <a:t>Current mandate: </a:t>
            </a:r>
          </a:p>
          <a:p>
            <a:pPr lvl="2">
              <a:buFont typeface="Arial" panose="020B0604020202020204" pitchFamily="34" charset="0"/>
              <a:buChar char="‒"/>
            </a:pPr>
            <a:r>
              <a:rPr lang="en-US" sz="2000" dirty="0"/>
              <a:t>Have been previously discharged from a general acute care hospital within 30 days prior to current admission</a:t>
            </a:r>
          </a:p>
          <a:p>
            <a:pPr lvl="2">
              <a:buFont typeface="Arial" panose="020B0604020202020204" pitchFamily="34" charset="0"/>
              <a:buChar char="‒"/>
            </a:pPr>
            <a:r>
              <a:rPr lang="en-US" sz="2000" dirty="0"/>
              <a:t>Will receive inpatient dialysis [either peritoneal or hemodialysis] treatment</a:t>
            </a:r>
          </a:p>
          <a:p>
            <a:pPr lvl="2">
              <a:buFont typeface="Arial" panose="020B0604020202020204" pitchFamily="34" charset="0"/>
              <a:buChar char="‒"/>
            </a:pPr>
            <a:r>
              <a:rPr lang="en-US" sz="2000" dirty="0"/>
              <a:t>Are being transferred from a skilled nursing facility</a:t>
            </a:r>
          </a:p>
          <a:p>
            <a:pPr lvl="2">
              <a:buFont typeface="Arial" panose="020B0604020202020204" pitchFamily="34" charset="0"/>
              <a:buChar char="‒"/>
            </a:pPr>
            <a:r>
              <a:rPr lang="en-US" sz="2000" b="0" i="0" dirty="0">
                <a:effectLst/>
              </a:rPr>
              <a:t>Will be admitted/transferred to the ICU</a:t>
            </a:r>
            <a:endParaRPr lang="en-US" sz="2000" dirty="0"/>
          </a:p>
          <a:p>
            <a:pPr lvl="1">
              <a:buFont typeface="Wingdings" panose="05000000000000000000" pitchFamily="2" charset="2"/>
              <a:buChar char="§"/>
            </a:pPr>
            <a:r>
              <a:rPr lang="en-US" sz="2400" dirty="0"/>
              <a:t>Opportunities in </a:t>
            </a:r>
            <a:r>
              <a:rPr lang="en-US" sz="2400" dirty="0">
                <a:solidFill>
                  <a:srgbClr val="FF00FF"/>
                </a:solidFill>
              </a:rPr>
              <a:t>ruling out MRSA pneumonia </a:t>
            </a:r>
            <a:r>
              <a:rPr lang="en-US" sz="2400" dirty="0"/>
              <a:t>and sepsis cases</a:t>
            </a:r>
          </a:p>
          <a:p>
            <a:pPr lvl="1">
              <a:buFont typeface="Wingdings" panose="05000000000000000000" pitchFamily="2" charset="2"/>
              <a:buChar char="§"/>
            </a:pPr>
            <a:endParaRPr lang="en-US" sz="2400" dirty="0">
              <a:solidFill>
                <a:schemeClr val="tx1"/>
              </a:solidFill>
            </a:endParaRPr>
          </a:p>
        </p:txBody>
      </p:sp>
      <p:sp>
        <p:nvSpPr>
          <p:cNvPr id="5" name="Slide Number Placeholder 4">
            <a:extLst>
              <a:ext uri="{FF2B5EF4-FFF2-40B4-BE49-F238E27FC236}">
                <a16:creationId xmlns:a16="http://schemas.microsoft.com/office/drawing/2014/main" id="{6D8F9196-4A11-DEE0-866B-49425DA71F88}"/>
              </a:ext>
            </a:extLst>
          </p:cNvPr>
          <p:cNvSpPr>
            <a:spLocks noGrp="1"/>
          </p:cNvSpPr>
          <p:nvPr>
            <p:ph type="sldNum" sz="quarter" idx="4"/>
          </p:nvPr>
        </p:nvSpPr>
        <p:spPr/>
        <p:txBody>
          <a:bodyPr/>
          <a:lstStyle/>
          <a:p>
            <a:fld id="{8C8B385D-DF67-E241-B0BF-76B80A8E743B}" type="slidenum">
              <a:rPr lang="en-US" smtClean="0"/>
              <a:pPr/>
              <a:t>13</a:t>
            </a:fld>
            <a:endParaRPr lang="en-US" dirty="0"/>
          </a:p>
        </p:txBody>
      </p:sp>
      <p:sp>
        <p:nvSpPr>
          <p:cNvPr id="9" name="TextBox 8">
            <a:extLst>
              <a:ext uri="{FF2B5EF4-FFF2-40B4-BE49-F238E27FC236}">
                <a16:creationId xmlns:a16="http://schemas.microsoft.com/office/drawing/2014/main" id="{235A982B-C7BF-F406-8B95-9FE5E1212D64}"/>
              </a:ext>
            </a:extLst>
          </p:cNvPr>
          <p:cNvSpPr txBox="1"/>
          <p:nvPr/>
        </p:nvSpPr>
        <p:spPr>
          <a:xfrm>
            <a:off x="1014634" y="6671113"/>
            <a:ext cx="8205566" cy="215444"/>
          </a:xfrm>
          <a:prstGeom prst="rect">
            <a:avLst/>
          </a:prstGeom>
          <a:noFill/>
        </p:spPr>
        <p:txBody>
          <a:bodyPr wrap="square">
            <a:spAutoFit/>
          </a:bodyPr>
          <a:lstStyle/>
          <a:p>
            <a:pPr algn="r"/>
            <a:r>
              <a:rPr lang="en-US" sz="800" dirty="0" err="1"/>
              <a:t>Kalil</a:t>
            </a:r>
            <a:r>
              <a:rPr lang="en-US" sz="800" dirty="0"/>
              <a:t> AC, et al. CID. 2016;63(5)e61-e111.</a:t>
            </a:r>
          </a:p>
        </p:txBody>
      </p:sp>
    </p:spTree>
    <p:extLst>
      <p:ext uri="{BB962C8B-B14F-4D97-AF65-F5344CB8AC3E}">
        <p14:creationId xmlns:p14="http://schemas.microsoft.com/office/powerpoint/2010/main" val="2907279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D389E-52E0-D2BF-47A3-B8DDB10F651C}"/>
              </a:ext>
            </a:extLst>
          </p:cNvPr>
          <p:cNvSpPr>
            <a:spLocks noGrp="1"/>
          </p:cNvSpPr>
          <p:nvPr>
            <p:ph type="title"/>
          </p:nvPr>
        </p:nvSpPr>
        <p:spPr>
          <a:xfrm>
            <a:off x="590549" y="49617"/>
            <a:ext cx="6491633" cy="883834"/>
          </a:xfrm>
        </p:spPr>
        <p:txBody>
          <a:bodyPr/>
          <a:lstStyle/>
          <a:p>
            <a:r>
              <a:rPr lang="en-US" sz="4400" dirty="0">
                <a:solidFill>
                  <a:schemeClr val="tx1"/>
                </a:solidFill>
              </a:rPr>
              <a:t>Assessment Cont.</a:t>
            </a:r>
          </a:p>
        </p:txBody>
      </p:sp>
      <p:sp>
        <p:nvSpPr>
          <p:cNvPr id="4" name="Content Placeholder 3">
            <a:extLst>
              <a:ext uri="{FF2B5EF4-FFF2-40B4-BE49-F238E27FC236}">
                <a16:creationId xmlns:a16="http://schemas.microsoft.com/office/drawing/2014/main" id="{17E7E1C6-511B-C5DC-A7C8-1148D261D334}"/>
              </a:ext>
            </a:extLst>
          </p:cNvPr>
          <p:cNvSpPr>
            <a:spLocks noGrp="1"/>
          </p:cNvSpPr>
          <p:nvPr>
            <p:ph sz="quarter" idx="21"/>
          </p:nvPr>
        </p:nvSpPr>
        <p:spPr>
          <a:xfrm>
            <a:off x="590549" y="948913"/>
            <a:ext cx="7639051" cy="4253370"/>
          </a:xfrm>
        </p:spPr>
        <p:txBody>
          <a:bodyPr/>
          <a:lstStyle/>
          <a:p>
            <a:r>
              <a:rPr lang="en-US" sz="2800" dirty="0"/>
              <a:t>MRSA Screening in pneumonia patients: </a:t>
            </a:r>
          </a:p>
          <a:p>
            <a:pPr lvl="1">
              <a:buFont typeface="Wingdings" panose="05000000000000000000" pitchFamily="2" charset="2"/>
              <a:buChar char="§"/>
            </a:pPr>
            <a:r>
              <a:rPr lang="en-US" sz="2400" dirty="0"/>
              <a:t>Negative predictive value </a:t>
            </a:r>
            <a:r>
              <a:rPr lang="en-US" sz="2400" dirty="0">
                <a:solidFill>
                  <a:schemeClr val="tx1"/>
                </a:solidFill>
              </a:rPr>
              <a:t>HIGH</a:t>
            </a:r>
            <a:r>
              <a:rPr lang="en-US" sz="2400" b="1" dirty="0">
                <a:solidFill>
                  <a:srgbClr val="FF00FF"/>
                </a:solidFill>
              </a:rPr>
              <a:t> &gt; 95% </a:t>
            </a:r>
            <a:r>
              <a:rPr lang="en-US" sz="2400" dirty="0">
                <a:solidFill>
                  <a:srgbClr val="FF00FF"/>
                </a:solidFill>
              </a:rPr>
              <a:t>(rule OUT MRSA pneumonia)</a:t>
            </a:r>
          </a:p>
          <a:p>
            <a:pPr lvl="1">
              <a:buFont typeface="Wingdings" panose="05000000000000000000" pitchFamily="2" charset="2"/>
              <a:buChar char="§"/>
            </a:pPr>
            <a:r>
              <a:rPr lang="en-US" sz="2400" dirty="0">
                <a:solidFill>
                  <a:schemeClr val="tx1"/>
                </a:solidFill>
              </a:rPr>
              <a:t>Positive predictive value LOW &lt; 40% (rule IN MRSA pneumonia)</a:t>
            </a:r>
          </a:p>
          <a:p>
            <a:pPr>
              <a:buFont typeface="Arial" panose="020B0604020202020204" pitchFamily="34" charset="0"/>
              <a:buChar char="•"/>
            </a:pPr>
            <a:r>
              <a:rPr lang="en-US" sz="2400" dirty="0">
                <a:solidFill>
                  <a:schemeClr val="tx1"/>
                </a:solidFill>
              </a:rPr>
              <a:t>Current SBC Antimicrobial Stewardship Policy: </a:t>
            </a:r>
          </a:p>
        </p:txBody>
      </p:sp>
      <p:sp>
        <p:nvSpPr>
          <p:cNvPr id="5" name="Slide Number Placeholder 4">
            <a:extLst>
              <a:ext uri="{FF2B5EF4-FFF2-40B4-BE49-F238E27FC236}">
                <a16:creationId xmlns:a16="http://schemas.microsoft.com/office/drawing/2014/main" id="{6D8F9196-4A11-DEE0-866B-49425DA71F88}"/>
              </a:ext>
            </a:extLst>
          </p:cNvPr>
          <p:cNvSpPr>
            <a:spLocks noGrp="1"/>
          </p:cNvSpPr>
          <p:nvPr>
            <p:ph type="sldNum" sz="quarter" idx="4"/>
          </p:nvPr>
        </p:nvSpPr>
        <p:spPr/>
        <p:txBody>
          <a:bodyPr/>
          <a:lstStyle/>
          <a:p>
            <a:fld id="{8C8B385D-DF67-E241-B0BF-76B80A8E743B}" type="slidenum">
              <a:rPr lang="en-US" smtClean="0"/>
              <a:pPr/>
              <a:t>14</a:t>
            </a:fld>
            <a:endParaRPr lang="en-US" dirty="0"/>
          </a:p>
        </p:txBody>
      </p:sp>
      <p:sp>
        <p:nvSpPr>
          <p:cNvPr id="9" name="TextBox 8">
            <a:extLst>
              <a:ext uri="{FF2B5EF4-FFF2-40B4-BE49-F238E27FC236}">
                <a16:creationId xmlns:a16="http://schemas.microsoft.com/office/drawing/2014/main" id="{235A982B-C7BF-F406-8B95-9FE5E1212D64}"/>
              </a:ext>
            </a:extLst>
          </p:cNvPr>
          <p:cNvSpPr txBox="1"/>
          <p:nvPr/>
        </p:nvSpPr>
        <p:spPr>
          <a:xfrm>
            <a:off x="1014634" y="6513534"/>
            <a:ext cx="8205566" cy="338554"/>
          </a:xfrm>
          <a:prstGeom prst="rect">
            <a:avLst/>
          </a:prstGeom>
          <a:noFill/>
        </p:spPr>
        <p:txBody>
          <a:bodyPr wrap="square">
            <a:spAutoFit/>
          </a:bodyPr>
          <a:lstStyle/>
          <a:p>
            <a:pPr algn="r"/>
            <a:r>
              <a:rPr lang="en-US" sz="800" dirty="0"/>
              <a:t>Smith MN, et al. J Crit Care 2017;38:168-171; Dangerfield B, et al. Antimicrobe Agents chemother 2014;58(2):859-864; Giancola ET, et al. Diagn Microbiol Infect Dis 2016;86(3):307-310; Smith Mn, et al. Ann Pharmacother 2019;53(60):627-638; Parente DM, et al. CID 2018;67(1):1-7; Mergenhagen KA, et al. CID 2020;71(5):1142-1148. </a:t>
            </a:r>
          </a:p>
        </p:txBody>
      </p:sp>
      <p:pic>
        <p:nvPicPr>
          <p:cNvPr id="6" name="Picture 5">
            <a:extLst>
              <a:ext uri="{FF2B5EF4-FFF2-40B4-BE49-F238E27FC236}">
                <a16:creationId xmlns:a16="http://schemas.microsoft.com/office/drawing/2014/main" id="{5B9EA51C-7451-9C91-F4F9-4A471C8675A2}"/>
              </a:ext>
            </a:extLst>
          </p:cNvPr>
          <p:cNvPicPr>
            <a:picLocks noChangeAspect="1"/>
          </p:cNvPicPr>
          <p:nvPr/>
        </p:nvPicPr>
        <p:blipFill>
          <a:blip r:embed="rId3"/>
          <a:stretch>
            <a:fillRect/>
          </a:stretch>
        </p:blipFill>
        <p:spPr>
          <a:xfrm>
            <a:off x="904873" y="3576637"/>
            <a:ext cx="7753351" cy="2791628"/>
          </a:xfrm>
          <a:prstGeom prst="rect">
            <a:avLst/>
          </a:prstGeom>
        </p:spPr>
      </p:pic>
    </p:spTree>
    <p:extLst>
      <p:ext uri="{BB962C8B-B14F-4D97-AF65-F5344CB8AC3E}">
        <p14:creationId xmlns:p14="http://schemas.microsoft.com/office/powerpoint/2010/main" val="858844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4"/>
          <p:cNvSpPr>
            <a:spLocks noGrp="1"/>
          </p:cNvSpPr>
          <p:nvPr>
            <p:ph type="title"/>
          </p:nvPr>
        </p:nvSpPr>
        <p:spPr>
          <a:xfrm>
            <a:off x="533399" y="285670"/>
            <a:ext cx="8963025" cy="1004887"/>
          </a:xfrm>
        </p:spPr>
        <p:txBody>
          <a:bodyPr/>
          <a:lstStyle/>
          <a:p>
            <a:r>
              <a:rPr lang="en-US" sz="4400" dirty="0">
                <a:solidFill>
                  <a:schemeClr val="tx2"/>
                </a:solidFill>
              </a:rPr>
              <a:t>Conclusions/Recommendations</a:t>
            </a:r>
          </a:p>
        </p:txBody>
      </p:sp>
      <p:sp>
        <p:nvSpPr>
          <p:cNvPr id="2" name="Slide Number Placeholder 1"/>
          <p:cNvSpPr>
            <a:spLocks noGrp="1"/>
          </p:cNvSpPr>
          <p:nvPr>
            <p:ph type="sldNum" sz="quarter" idx="4"/>
          </p:nvPr>
        </p:nvSpPr>
        <p:spPr/>
        <p:txBody>
          <a:bodyPr/>
          <a:lstStyle/>
          <a:p>
            <a:fld id="{8C8B385D-DF67-E241-B0BF-76B80A8E743B}" type="slidenum">
              <a:rPr lang="en-US" smtClean="0"/>
              <a:pPr/>
              <a:t>15</a:t>
            </a:fld>
            <a:endParaRPr lang="en-US" dirty="0"/>
          </a:p>
        </p:txBody>
      </p:sp>
      <p:sp>
        <p:nvSpPr>
          <p:cNvPr id="24" name="Text Placeholder 2"/>
          <p:cNvSpPr txBox="1">
            <a:spLocks/>
          </p:cNvSpPr>
          <p:nvPr/>
        </p:nvSpPr>
        <p:spPr>
          <a:xfrm>
            <a:off x="658193" y="2065339"/>
            <a:ext cx="2608959" cy="1440620"/>
          </a:xfrm>
          <a:prstGeom prst="rect">
            <a:avLst/>
          </a:prstGeom>
          <a:solidFill>
            <a:schemeClr val="bg2">
              <a:alpha val="61000"/>
            </a:schemeClr>
          </a:solidFill>
        </p:spPr>
        <p:txBody>
          <a:bodyPr lIns="102857" tIns="102857" rIns="102857">
            <a:noAutofit/>
          </a:bodyPr>
          <a:lstStyle>
            <a:lvl1pPr marL="0" indent="0" algn="l" defTabSz="1828800" rtl="0" eaLnBrk="1" latinLnBrk="0" hangingPunct="1">
              <a:lnSpc>
                <a:spcPts val="4800"/>
              </a:lnSpc>
              <a:spcBef>
                <a:spcPts val="2000"/>
              </a:spcBef>
              <a:buFontTx/>
              <a:buNone/>
              <a:defRPr sz="3600" kern="1200" baseline="0">
                <a:solidFill>
                  <a:schemeClr val="tx1">
                    <a:lumMod val="85000"/>
                    <a:lumOff val="15000"/>
                  </a:schemeClr>
                </a:solidFill>
                <a:latin typeface="+mn-lt"/>
                <a:ea typeface="+mn-ea"/>
                <a:cs typeface="+mn-cs"/>
              </a:defRPr>
            </a:lvl1pPr>
            <a:lvl2pPr marL="914400" indent="0" algn="l" defTabSz="1828800" rtl="0" eaLnBrk="1" latinLnBrk="0" hangingPunct="1">
              <a:lnSpc>
                <a:spcPct val="90000"/>
              </a:lnSpc>
              <a:spcBef>
                <a:spcPts val="1000"/>
              </a:spcBef>
              <a:buSzPct val="80000"/>
              <a:buFontTx/>
              <a:buNone/>
              <a:defRPr sz="3600" kern="1200">
                <a:solidFill>
                  <a:schemeClr val="tx1">
                    <a:lumMod val="85000"/>
                    <a:lumOff val="15000"/>
                  </a:schemeClr>
                </a:solidFill>
                <a:latin typeface="+mn-lt"/>
                <a:ea typeface="+mn-ea"/>
                <a:cs typeface="+mn-cs"/>
              </a:defRPr>
            </a:lvl2pPr>
            <a:lvl3pPr marL="1828800" indent="0" algn="l" defTabSz="1828800" rtl="0" eaLnBrk="1" latinLnBrk="0" hangingPunct="1">
              <a:lnSpc>
                <a:spcPct val="90000"/>
              </a:lnSpc>
              <a:spcBef>
                <a:spcPts val="1000"/>
              </a:spcBef>
              <a:buFontTx/>
              <a:buNone/>
              <a:defRPr sz="3600" kern="1200">
                <a:solidFill>
                  <a:schemeClr val="tx1">
                    <a:lumMod val="85000"/>
                    <a:lumOff val="15000"/>
                  </a:schemeClr>
                </a:solidFill>
                <a:latin typeface="+mn-lt"/>
                <a:ea typeface="+mn-ea"/>
                <a:cs typeface="+mn-cs"/>
              </a:defRPr>
            </a:lvl3pPr>
            <a:lvl4pPr marL="2743200" indent="0" algn="l" defTabSz="1828800" rtl="0" eaLnBrk="1" latinLnBrk="0" hangingPunct="1">
              <a:lnSpc>
                <a:spcPct val="90000"/>
              </a:lnSpc>
              <a:spcBef>
                <a:spcPts val="1000"/>
              </a:spcBef>
              <a:buSzPct val="80000"/>
              <a:buFontTx/>
              <a:buNone/>
              <a:defRPr sz="3600" kern="1200">
                <a:solidFill>
                  <a:schemeClr val="tx1">
                    <a:lumMod val="85000"/>
                    <a:lumOff val="15000"/>
                  </a:schemeClr>
                </a:solidFill>
                <a:latin typeface="+mn-lt"/>
                <a:ea typeface="+mn-ea"/>
                <a:cs typeface="+mn-cs"/>
              </a:defRPr>
            </a:lvl4pPr>
            <a:lvl5pPr marL="3657600" indent="0" algn="l" defTabSz="1828800" rtl="0" eaLnBrk="1" latinLnBrk="0" hangingPunct="1">
              <a:lnSpc>
                <a:spcPct val="90000"/>
              </a:lnSpc>
              <a:spcBef>
                <a:spcPts val="1000"/>
              </a:spcBef>
              <a:buFontTx/>
              <a:buNone/>
              <a:defRPr sz="3600" kern="1200">
                <a:solidFill>
                  <a:schemeClr val="tx1">
                    <a:lumMod val="85000"/>
                    <a:lumOff val="15000"/>
                  </a:schemeClr>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10000"/>
              </a:lnSpc>
              <a:spcBef>
                <a:spcPts val="225"/>
              </a:spcBef>
              <a:spcAft>
                <a:spcPts val="225"/>
              </a:spcAft>
            </a:pPr>
            <a:r>
              <a:rPr lang="en-US" sz="1400" dirty="0"/>
              <a:t>SBC is the top prescriber of vanc IV for the paste decade. </a:t>
            </a:r>
          </a:p>
        </p:txBody>
      </p:sp>
      <p:sp>
        <p:nvSpPr>
          <p:cNvPr id="25" name="TextBox 24"/>
          <p:cNvSpPr txBox="1"/>
          <p:nvPr/>
        </p:nvSpPr>
        <p:spPr>
          <a:xfrm>
            <a:off x="658040" y="1766113"/>
            <a:ext cx="2609129" cy="321665"/>
          </a:xfrm>
          <a:prstGeom prst="rect">
            <a:avLst/>
          </a:prstGeom>
          <a:solidFill>
            <a:srgbClr val="0078B3"/>
          </a:solidFill>
        </p:spPr>
        <p:txBody>
          <a:bodyPr wrap="square" rtlCol="0" anchor="ctr" anchorCtr="0">
            <a:noAutofit/>
          </a:bodyPr>
          <a:lstStyle/>
          <a:p>
            <a:pPr algn="ctr"/>
            <a:r>
              <a:rPr lang="en-US" sz="1400" b="1" dirty="0">
                <a:solidFill>
                  <a:schemeClr val="bg1"/>
                </a:solidFill>
              </a:rPr>
              <a:t>Vancomycin IV Usage</a:t>
            </a:r>
          </a:p>
        </p:txBody>
      </p:sp>
      <p:sp>
        <p:nvSpPr>
          <p:cNvPr id="26" name="Text Placeholder 2"/>
          <p:cNvSpPr txBox="1">
            <a:spLocks/>
          </p:cNvSpPr>
          <p:nvPr/>
        </p:nvSpPr>
        <p:spPr>
          <a:xfrm>
            <a:off x="6199646" y="4037395"/>
            <a:ext cx="2608959" cy="1748913"/>
          </a:xfrm>
          <a:prstGeom prst="rect">
            <a:avLst/>
          </a:prstGeom>
          <a:solidFill>
            <a:schemeClr val="bg2">
              <a:alpha val="61000"/>
            </a:schemeClr>
          </a:solidFill>
        </p:spPr>
        <p:txBody>
          <a:bodyPr lIns="102857" tIns="102857" rIns="102857">
            <a:noAutofit/>
          </a:bodyPr>
          <a:lstStyle>
            <a:lvl1pPr marL="0" indent="0" algn="l" defTabSz="1828800" rtl="0" eaLnBrk="1" latinLnBrk="0" hangingPunct="1">
              <a:lnSpc>
                <a:spcPts val="4800"/>
              </a:lnSpc>
              <a:spcBef>
                <a:spcPts val="2000"/>
              </a:spcBef>
              <a:buFontTx/>
              <a:buNone/>
              <a:defRPr sz="3600" kern="1200" baseline="0">
                <a:solidFill>
                  <a:schemeClr val="tx1">
                    <a:lumMod val="85000"/>
                    <a:lumOff val="15000"/>
                  </a:schemeClr>
                </a:solidFill>
                <a:latin typeface="+mn-lt"/>
                <a:ea typeface="+mn-ea"/>
                <a:cs typeface="+mn-cs"/>
              </a:defRPr>
            </a:lvl1pPr>
            <a:lvl2pPr marL="914400" indent="0" algn="l" defTabSz="1828800" rtl="0" eaLnBrk="1" latinLnBrk="0" hangingPunct="1">
              <a:lnSpc>
                <a:spcPct val="90000"/>
              </a:lnSpc>
              <a:spcBef>
                <a:spcPts val="1000"/>
              </a:spcBef>
              <a:buSzPct val="80000"/>
              <a:buFontTx/>
              <a:buNone/>
              <a:defRPr sz="3600" kern="1200">
                <a:solidFill>
                  <a:schemeClr val="tx1">
                    <a:lumMod val="85000"/>
                    <a:lumOff val="15000"/>
                  </a:schemeClr>
                </a:solidFill>
                <a:latin typeface="+mn-lt"/>
                <a:ea typeface="+mn-ea"/>
                <a:cs typeface="+mn-cs"/>
              </a:defRPr>
            </a:lvl2pPr>
            <a:lvl3pPr marL="1828800" indent="0" algn="l" defTabSz="1828800" rtl="0" eaLnBrk="1" latinLnBrk="0" hangingPunct="1">
              <a:lnSpc>
                <a:spcPct val="90000"/>
              </a:lnSpc>
              <a:spcBef>
                <a:spcPts val="1000"/>
              </a:spcBef>
              <a:buFontTx/>
              <a:buNone/>
              <a:defRPr sz="3600" kern="1200">
                <a:solidFill>
                  <a:schemeClr val="tx1">
                    <a:lumMod val="85000"/>
                    <a:lumOff val="15000"/>
                  </a:schemeClr>
                </a:solidFill>
                <a:latin typeface="+mn-lt"/>
                <a:ea typeface="+mn-ea"/>
                <a:cs typeface="+mn-cs"/>
              </a:defRPr>
            </a:lvl3pPr>
            <a:lvl4pPr marL="2743200" indent="0" algn="l" defTabSz="1828800" rtl="0" eaLnBrk="1" latinLnBrk="0" hangingPunct="1">
              <a:lnSpc>
                <a:spcPct val="90000"/>
              </a:lnSpc>
              <a:spcBef>
                <a:spcPts val="1000"/>
              </a:spcBef>
              <a:buSzPct val="80000"/>
              <a:buFontTx/>
              <a:buNone/>
              <a:defRPr sz="3600" kern="1200">
                <a:solidFill>
                  <a:schemeClr val="tx1">
                    <a:lumMod val="85000"/>
                    <a:lumOff val="15000"/>
                  </a:schemeClr>
                </a:solidFill>
                <a:latin typeface="+mn-lt"/>
                <a:ea typeface="+mn-ea"/>
                <a:cs typeface="+mn-cs"/>
              </a:defRPr>
            </a:lvl4pPr>
            <a:lvl5pPr marL="3657600" indent="0" algn="l" defTabSz="1828800" rtl="0" eaLnBrk="1" latinLnBrk="0" hangingPunct="1">
              <a:lnSpc>
                <a:spcPct val="90000"/>
              </a:lnSpc>
              <a:spcBef>
                <a:spcPts val="1000"/>
              </a:spcBef>
              <a:buFontTx/>
              <a:buNone/>
              <a:defRPr sz="3600" kern="1200">
                <a:solidFill>
                  <a:schemeClr val="tx1">
                    <a:lumMod val="85000"/>
                    <a:lumOff val="15000"/>
                  </a:schemeClr>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285750" indent="-285750">
              <a:lnSpc>
                <a:spcPct val="110000"/>
              </a:lnSpc>
              <a:spcBef>
                <a:spcPts val="225"/>
              </a:spcBef>
              <a:spcAft>
                <a:spcPts val="225"/>
              </a:spcAft>
              <a:buFont typeface="Arial" panose="020B0604020202020204" pitchFamily="34" charset="0"/>
              <a:buChar char="•"/>
            </a:pPr>
            <a:r>
              <a:rPr lang="en-US" sz="1400" dirty="0"/>
              <a:t>Hold anti-MRSA treatment when patient at low risk for MRSA PNA.</a:t>
            </a:r>
          </a:p>
          <a:p>
            <a:pPr marL="285750" indent="-285750">
              <a:lnSpc>
                <a:spcPct val="110000"/>
              </a:lnSpc>
              <a:spcBef>
                <a:spcPts val="225"/>
              </a:spcBef>
              <a:spcAft>
                <a:spcPts val="225"/>
              </a:spcAft>
              <a:buFont typeface="Arial" panose="020B0604020202020204" pitchFamily="34" charset="0"/>
              <a:buChar char="•"/>
            </a:pPr>
            <a:r>
              <a:rPr lang="en-US" sz="1400" dirty="0"/>
              <a:t>Order MRSA surveillance culture in PNA or sepsis if prescribing anti-MRSA treatment. </a:t>
            </a:r>
          </a:p>
        </p:txBody>
      </p:sp>
      <p:sp>
        <p:nvSpPr>
          <p:cNvPr id="27" name="TextBox 26"/>
          <p:cNvSpPr txBox="1"/>
          <p:nvPr/>
        </p:nvSpPr>
        <p:spPr>
          <a:xfrm>
            <a:off x="6199493" y="3757219"/>
            <a:ext cx="2609129" cy="321665"/>
          </a:xfrm>
          <a:prstGeom prst="rect">
            <a:avLst/>
          </a:prstGeom>
          <a:solidFill>
            <a:srgbClr val="FFC000"/>
          </a:solidFill>
        </p:spPr>
        <p:txBody>
          <a:bodyPr wrap="square" rtlCol="0" anchor="ctr" anchorCtr="0">
            <a:noAutofit/>
          </a:bodyPr>
          <a:lstStyle/>
          <a:p>
            <a:pPr algn="ctr"/>
            <a:r>
              <a:rPr lang="en-US" sz="1400" b="1" dirty="0"/>
              <a:t>To-Do Considerations</a:t>
            </a:r>
          </a:p>
        </p:txBody>
      </p:sp>
      <p:sp>
        <p:nvSpPr>
          <p:cNvPr id="28" name="Text Placeholder 2"/>
          <p:cNvSpPr txBox="1">
            <a:spLocks/>
          </p:cNvSpPr>
          <p:nvPr/>
        </p:nvSpPr>
        <p:spPr>
          <a:xfrm>
            <a:off x="6200121" y="1981666"/>
            <a:ext cx="2608959" cy="1521103"/>
          </a:xfrm>
          <a:prstGeom prst="rect">
            <a:avLst/>
          </a:prstGeom>
          <a:solidFill>
            <a:schemeClr val="bg2">
              <a:alpha val="61000"/>
            </a:schemeClr>
          </a:solidFill>
        </p:spPr>
        <p:txBody>
          <a:bodyPr lIns="102857" tIns="102857" rIns="102857">
            <a:noAutofit/>
          </a:bodyPr>
          <a:lstStyle>
            <a:lvl1pPr marL="0" indent="0" algn="l" defTabSz="1828800" rtl="0" eaLnBrk="1" latinLnBrk="0" hangingPunct="1">
              <a:lnSpc>
                <a:spcPts val="4800"/>
              </a:lnSpc>
              <a:spcBef>
                <a:spcPts val="2000"/>
              </a:spcBef>
              <a:buFontTx/>
              <a:buNone/>
              <a:defRPr sz="3600" kern="1200" baseline="0">
                <a:solidFill>
                  <a:schemeClr val="tx1">
                    <a:lumMod val="85000"/>
                    <a:lumOff val="15000"/>
                  </a:schemeClr>
                </a:solidFill>
                <a:latin typeface="+mn-lt"/>
                <a:ea typeface="+mn-ea"/>
                <a:cs typeface="+mn-cs"/>
              </a:defRPr>
            </a:lvl1pPr>
            <a:lvl2pPr marL="914400" indent="0" algn="l" defTabSz="1828800" rtl="0" eaLnBrk="1" latinLnBrk="0" hangingPunct="1">
              <a:lnSpc>
                <a:spcPct val="90000"/>
              </a:lnSpc>
              <a:spcBef>
                <a:spcPts val="1000"/>
              </a:spcBef>
              <a:buSzPct val="80000"/>
              <a:buFontTx/>
              <a:buNone/>
              <a:defRPr sz="3600" kern="1200">
                <a:solidFill>
                  <a:schemeClr val="tx1">
                    <a:lumMod val="85000"/>
                    <a:lumOff val="15000"/>
                  </a:schemeClr>
                </a:solidFill>
                <a:latin typeface="+mn-lt"/>
                <a:ea typeface="+mn-ea"/>
                <a:cs typeface="+mn-cs"/>
              </a:defRPr>
            </a:lvl2pPr>
            <a:lvl3pPr marL="1828800" indent="0" algn="l" defTabSz="1828800" rtl="0" eaLnBrk="1" latinLnBrk="0" hangingPunct="1">
              <a:lnSpc>
                <a:spcPct val="90000"/>
              </a:lnSpc>
              <a:spcBef>
                <a:spcPts val="1000"/>
              </a:spcBef>
              <a:buFontTx/>
              <a:buNone/>
              <a:defRPr sz="3600" kern="1200">
                <a:solidFill>
                  <a:schemeClr val="tx1">
                    <a:lumMod val="85000"/>
                    <a:lumOff val="15000"/>
                  </a:schemeClr>
                </a:solidFill>
                <a:latin typeface="+mn-lt"/>
                <a:ea typeface="+mn-ea"/>
                <a:cs typeface="+mn-cs"/>
              </a:defRPr>
            </a:lvl3pPr>
            <a:lvl4pPr marL="2743200" indent="0" algn="l" defTabSz="1828800" rtl="0" eaLnBrk="1" latinLnBrk="0" hangingPunct="1">
              <a:lnSpc>
                <a:spcPct val="90000"/>
              </a:lnSpc>
              <a:spcBef>
                <a:spcPts val="1000"/>
              </a:spcBef>
              <a:buSzPct val="80000"/>
              <a:buFontTx/>
              <a:buNone/>
              <a:defRPr sz="3600" kern="1200">
                <a:solidFill>
                  <a:schemeClr val="tx1">
                    <a:lumMod val="85000"/>
                    <a:lumOff val="15000"/>
                  </a:schemeClr>
                </a:solidFill>
                <a:latin typeface="+mn-lt"/>
                <a:ea typeface="+mn-ea"/>
                <a:cs typeface="+mn-cs"/>
              </a:defRPr>
            </a:lvl4pPr>
            <a:lvl5pPr marL="3657600" indent="0" algn="l" defTabSz="1828800" rtl="0" eaLnBrk="1" latinLnBrk="0" hangingPunct="1">
              <a:lnSpc>
                <a:spcPct val="90000"/>
              </a:lnSpc>
              <a:spcBef>
                <a:spcPts val="1000"/>
              </a:spcBef>
              <a:buFontTx/>
              <a:buNone/>
              <a:defRPr sz="3600" kern="1200">
                <a:solidFill>
                  <a:schemeClr val="tx1">
                    <a:lumMod val="85000"/>
                    <a:lumOff val="15000"/>
                  </a:schemeClr>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285750" indent="-285750">
              <a:lnSpc>
                <a:spcPct val="110000"/>
              </a:lnSpc>
              <a:spcBef>
                <a:spcPts val="225"/>
              </a:spcBef>
              <a:spcAft>
                <a:spcPts val="225"/>
              </a:spcAft>
              <a:buFont typeface="Arial" panose="020B0604020202020204" pitchFamily="34" charset="0"/>
              <a:buChar char="•"/>
            </a:pPr>
            <a:r>
              <a:rPr lang="en-US" sz="1300" dirty="0"/>
              <a:t>Non-severe: within past 1 year MRSA colonization/ infection.</a:t>
            </a:r>
          </a:p>
          <a:p>
            <a:pPr marL="285750" indent="-285750">
              <a:lnSpc>
                <a:spcPct val="110000"/>
              </a:lnSpc>
              <a:spcBef>
                <a:spcPts val="225"/>
              </a:spcBef>
              <a:spcAft>
                <a:spcPts val="225"/>
              </a:spcAft>
              <a:buFont typeface="Arial" panose="020B0604020202020204" pitchFamily="34" charset="0"/>
              <a:buChar char="•"/>
            </a:pPr>
            <a:r>
              <a:rPr lang="en-US" sz="1300" dirty="0"/>
              <a:t>Severe: above OR [last 90 days had hospitalization PLUS parenteral antibiotics].</a:t>
            </a:r>
          </a:p>
          <a:p>
            <a:pPr>
              <a:lnSpc>
                <a:spcPct val="110000"/>
              </a:lnSpc>
              <a:spcBef>
                <a:spcPts val="225"/>
              </a:spcBef>
              <a:spcAft>
                <a:spcPts val="225"/>
              </a:spcAft>
            </a:pPr>
            <a:endParaRPr lang="en-US" sz="1300" dirty="0"/>
          </a:p>
        </p:txBody>
      </p:sp>
      <p:sp>
        <p:nvSpPr>
          <p:cNvPr id="29" name="TextBox 28"/>
          <p:cNvSpPr txBox="1"/>
          <p:nvPr/>
        </p:nvSpPr>
        <p:spPr>
          <a:xfrm>
            <a:off x="6199968" y="1762922"/>
            <a:ext cx="2609129" cy="321665"/>
          </a:xfrm>
          <a:prstGeom prst="rect">
            <a:avLst/>
          </a:prstGeom>
          <a:solidFill>
            <a:srgbClr val="0078B3"/>
          </a:solidFill>
        </p:spPr>
        <p:txBody>
          <a:bodyPr wrap="square" rtlCol="0" anchor="ctr" anchorCtr="0">
            <a:noAutofit/>
          </a:bodyPr>
          <a:lstStyle/>
          <a:p>
            <a:pPr algn="ctr"/>
            <a:r>
              <a:rPr lang="en-US" sz="1400" b="1" dirty="0">
                <a:solidFill>
                  <a:schemeClr val="bg1"/>
                </a:solidFill>
              </a:rPr>
              <a:t>MRSA Risk Factors CAP</a:t>
            </a:r>
          </a:p>
        </p:txBody>
      </p:sp>
      <p:sp>
        <p:nvSpPr>
          <p:cNvPr id="30" name="Text Placeholder 2"/>
          <p:cNvSpPr txBox="1">
            <a:spLocks/>
          </p:cNvSpPr>
          <p:nvPr/>
        </p:nvSpPr>
        <p:spPr>
          <a:xfrm>
            <a:off x="658040" y="4056446"/>
            <a:ext cx="2608959" cy="1695996"/>
          </a:xfrm>
          <a:prstGeom prst="rect">
            <a:avLst/>
          </a:prstGeom>
          <a:solidFill>
            <a:schemeClr val="bg2">
              <a:alpha val="61000"/>
            </a:schemeClr>
          </a:solidFill>
        </p:spPr>
        <p:txBody>
          <a:bodyPr lIns="102857" tIns="102857" rIns="102857">
            <a:noAutofit/>
          </a:bodyPr>
          <a:lstStyle>
            <a:lvl1pPr marL="0" indent="0" algn="l" defTabSz="1828800" rtl="0" eaLnBrk="1" latinLnBrk="0" hangingPunct="1">
              <a:lnSpc>
                <a:spcPts val="4800"/>
              </a:lnSpc>
              <a:spcBef>
                <a:spcPts val="2000"/>
              </a:spcBef>
              <a:buFontTx/>
              <a:buNone/>
              <a:defRPr sz="3600" kern="1200" baseline="0">
                <a:solidFill>
                  <a:schemeClr val="tx1">
                    <a:lumMod val="85000"/>
                    <a:lumOff val="15000"/>
                  </a:schemeClr>
                </a:solidFill>
                <a:latin typeface="+mn-lt"/>
                <a:ea typeface="+mn-ea"/>
                <a:cs typeface="+mn-cs"/>
              </a:defRPr>
            </a:lvl1pPr>
            <a:lvl2pPr marL="914400" indent="0" algn="l" defTabSz="1828800" rtl="0" eaLnBrk="1" latinLnBrk="0" hangingPunct="1">
              <a:lnSpc>
                <a:spcPct val="90000"/>
              </a:lnSpc>
              <a:spcBef>
                <a:spcPts val="1000"/>
              </a:spcBef>
              <a:buSzPct val="80000"/>
              <a:buFontTx/>
              <a:buNone/>
              <a:defRPr sz="3600" kern="1200">
                <a:solidFill>
                  <a:schemeClr val="tx1">
                    <a:lumMod val="85000"/>
                    <a:lumOff val="15000"/>
                  </a:schemeClr>
                </a:solidFill>
                <a:latin typeface="+mn-lt"/>
                <a:ea typeface="+mn-ea"/>
                <a:cs typeface="+mn-cs"/>
              </a:defRPr>
            </a:lvl2pPr>
            <a:lvl3pPr marL="1828800" indent="0" algn="l" defTabSz="1828800" rtl="0" eaLnBrk="1" latinLnBrk="0" hangingPunct="1">
              <a:lnSpc>
                <a:spcPct val="90000"/>
              </a:lnSpc>
              <a:spcBef>
                <a:spcPts val="1000"/>
              </a:spcBef>
              <a:buFontTx/>
              <a:buNone/>
              <a:defRPr sz="3600" kern="1200">
                <a:solidFill>
                  <a:schemeClr val="tx1">
                    <a:lumMod val="85000"/>
                    <a:lumOff val="15000"/>
                  </a:schemeClr>
                </a:solidFill>
                <a:latin typeface="+mn-lt"/>
                <a:ea typeface="+mn-ea"/>
                <a:cs typeface="+mn-cs"/>
              </a:defRPr>
            </a:lvl3pPr>
            <a:lvl4pPr marL="2743200" indent="0" algn="l" defTabSz="1828800" rtl="0" eaLnBrk="1" latinLnBrk="0" hangingPunct="1">
              <a:lnSpc>
                <a:spcPct val="90000"/>
              </a:lnSpc>
              <a:spcBef>
                <a:spcPts val="1000"/>
              </a:spcBef>
              <a:buSzPct val="80000"/>
              <a:buFontTx/>
              <a:buNone/>
              <a:defRPr sz="3600" kern="1200">
                <a:solidFill>
                  <a:schemeClr val="tx1">
                    <a:lumMod val="85000"/>
                    <a:lumOff val="15000"/>
                  </a:schemeClr>
                </a:solidFill>
                <a:latin typeface="+mn-lt"/>
                <a:ea typeface="+mn-ea"/>
                <a:cs typeface="+mn-cs"/>
              </a:defRPr>
            </a:lvl4pPr>
            <a:lvl5pPr marL="3657600" indent="0" algn="l" defTabSz="1828800" rtl="0" eaLnBrk="1" latinLnBrk="0" hangingPunct="1">
              <a:lnSpc>
                <a:spcPct val="90000"/>
              </a:lnSpc>
              <a:spcBef>
                <a:spcPts val="1000"/>
              </a:spcBef>
              <a:buFontTx/>
              <a:buNone/>
              <a:defRPr sz="3600" kern="1200">
                <a:solidFill>
                  <a:schemeClr val="tx1">
                    <a:lumMod val="85000"/>
                    <a:lumOff val="15000"/>
                  </a:schemeClr>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285750" indent="-285750">
              <a:lnSpc>
                <a:spcPct val="110000"/>
              </a:lnSpc>
              <a:spcBef>
                <a:spcPts val="225"/>
              </a:spcBef>
              <a:spcAft>
                <a:spcPts val="225"/>
              </a:spcAft>
              <a:buFont typeface="Arial" panose="020B0604020202020204" pitchFamily="34" charset="0"/>
              <a:buChar char="•"/>
            </a:pPr>
            <a:r>
              <a:rPr lang="en-US" sz="1400" dirty="0"/>
              <a:t>Last 90 days had IV antibiotics use OR</a:t>
            </a:r>
          </a:p>
          <a:p>
            <a:pPr marL="285750" indent="-285750">
              <a:lnSpc>
                <a:spcPct val="110000"/>
              </a:lnSpc>
              <a:spcBef>
                <a:spcPts val="225"/>
              </a:spcBef>
              <a:spcAft>
                <a:spcPts val="225"/>
              </a:spcAft>
              <a:buFont typeface="Arial" panose="020B0604020202020204" pitchFamily="34" charset="0"/>
              <a:buChar char="•"/>
            </a:pPr>
            <a:r>
              <a:rPr lang="en-US" sz="1400" dirty="0"/>
              <a:t>High risk for mortality.</a:t>
            </a:r>
          </a:p>
        </p:txBody>
      </p:sp>
      <p:sp>
        <p:nvSpPr>
          <p:cNvPr id="31" name="TextBox 30"/>
          <p:cNvSpPr txBox="1"/>
          <p:nvPr/>
        </p:nvSpPr>
        <p:spPr>
          <a:xfrm>
            <a:off x="657888" y="3713759"/>
            <a:ext cx="2609281" cy="365125"/>
          </a:xfrm>
          <a:prstGeom prst="rect">
            <a:avLst/>
          </a:prstGeom>
          <a:solidFill>
            <a:srgbClr val="0078B3"/>
          </a:solidFill>
        </p:spPr>
        <p:txBody>
          <a:bodyPr wrap="square" rtlCol="0" anchor="ctr" anchorCtr="0">
            <a:noAutofit/>
          </a:bodyPr>
          <a:lstStyle/>
          <a:p>
            <a:pPr algn="ctr"/>
            <a:r>
              <a:rPr lang="en-US" sz="1300" b="1" dirty="0">
                <a:solidFill>
                  <a:schemeClr val="bg1"/>
                </a:solidFill>
              </a:rPr>
              <a:t>MRSA Risk Factors HAP/VAP</a:t>
            </a:r>
          </a:p>
        </p:txBody>
      </p:sp>
      <p:sp>
        <p:nvSpPr>
          <p:cNvPr id="32" name="Text Placeholder 2"/>
          <p:cNvSpPr txBox="1">
            <a:spLocks/>
          </p:cNvSpPr>
          <p:nvPr/>
        </p:nvSpPr>
        <p:spPr>
          <a:xfrm>
            <a:off x="3428919" y="4056446"/>
            <a:ext cx="2608959" cy="1695996"/>
          </a:xfrm>
          <a:prstGeom prst="rect">
            <a:avLst/>
          </a:prstGeom>
          <a:solidFill>
            <a:schemeClr val="bg2">
              <a:alpha val="61000"/>
            </a:schemeClr>
          </a:solidFill>
        </p:spPr>
        <p:txBody>
          <a:bodyPr lIns="102857" tIns="102857" rIns="102857">
            <a:noAutofit/>
          </a:bodyPr>
          <a:lstStyle>
            <a:lvl1pPr marL="0" indent="0" algn="l" defTabSz="1828800" rtl="0" eaLnBrk="1" latinLnBrk="0" hangingPunct="1">
              <a:lnSpc>
                <a:spcPts val="4800"/>
              </a:lnSpc>
              <a:spcBef>
                <a:spcPts val="2000"/>
              </a:spcBef>
              <a:buFontTx/>
              <a:buNone/>
              <a:defRPr sz="3600" kern="1200" baseline="0">
                <a:solidFill>
                  <a:schemeClr val="tx1">
                    <a:lumMod val="85000"/>
                    <a:lumOff val="15000"/>
                  </a:schemeClr>
                </a:solidFill>
                <a:latin typeface="+mn-lt"/>
                <a:ea typeface="+mn-ea"/>
                <a:cs typeface="+mn-cs"/>
              </a:defRPr>
            </a:lvl1pPr>
            <a:lvl2pPr marL="914400" indent="0" algn="l" defTabSz="1828800" rtl="0" eaLnBrk="1" latinLnBrk="0" hangingPunct="1">
              <a:lnSpc>
                <a:spcPct val="90000"/>
              </a:lnSpc>
              <a:spcBef>
                <a:spcPts val="1000"/>
              </a:spcBef>
              <a:buSzPct val="80000"/>
              <a:buFontTx/>
              <a:buNone/>
              <a:defRPr sz="3600" kern="1200">
                <a:solidFill>
                  <a:schemeClr val="tx1">
                    <a:lumMod val="85000"/>
                    <a:lumOff val="15000"/>
                  </a:schemeClr>
                </a:solidFill>
                <a:latin typeface="+mn-lt"/>
                <a:ea typeface="+mn-ea"/>
                <a:cs typeface="+mn-cs"/>
              </a:defRPr>
            </a:lvl2pPr>
            <a:lvl3pPr marL="1828800" indent="0" algn="l" defTabSz="1828800" rtl="0" eaLnBrk="1" latinLnBrk="0" hangingPunct="1">
              <a:lnSpc>
                <a:spcPct val="90000"/>
              </a:lnSpc>
              <a:spcBef>
                <a:spcPts val="1000"/>
              </a:spcBef>
              <a:buFontTx/>
              <a:buNone/>
              <a:defRPr sz="3600" kern="1200">
                <a:solidFill>
                  <a:schemeClr val="tx1">
                    <a:lumMod val="85000"/>
                    <a:lumOff val="15000"/>
                  </a:schemeClr>
                </a:solidFill>
                <a:latin typeface="+mn-lt"/>
                <a:ea typeface="+mn-ea"/>
                <a:cs typeface="+mn-cs"/>
              </a:defRPr>
            </a:lvl3pPr>
            <a:lvl4pPr marL="2743200" indent="0" algn="l" defTabSz="1828800" rtl="0" eaLnBrk="1" latinLnBrk="0" hangingPunct="1">
              <a:lnSpc>
                <a:spcPct val="90000"/>
              </a:lnSpc>
              <a:spcBef>
                <a:spcPts val="1000"/>
              </a:spcBef>
              <a:buSzPct val="80000"/>
              <a:buFontTx/>
              <a:buNone/>
              <a:defRPr sz="3600" kern="1200">
                <a:solidFill>
                  <a:schemeClr val="tx1">
                    <a:lumMod val="85000"/>
                    <a:lumOff val="15000"/>
                  </a:schemeClr>
                </a:solidFill>
                <a:latin typeface="+mn-lt"/>
                <a:ea typeface="+mn-ea"/>
                <a:cs typeface="+mn-cs"/>
              </a:defRPr>
            </a:lvl4pPr>
            <a:lvl5pPr marL="3657600" indent="0" algn="l" defTabSz="1828800" rtl="0" eaLnBrk="1" latinLnBrk="0" hangingPunct="1">
              <a:lnSpc>
                <a:spcPct val="90000"/>
              </a:lnSpc>
              <a:spcBef>
                <a:spcPts val="1000"/>
              </a:spcBef>
              <a:buFontTx/>
              <a:buNone/>
              <a:defRPr sz="3600" kern="1200">
                <a:solidFill>
                  <a:schemeClr val="tx1">
                    <a:lumMod val="85000"/>
                    <a:lumOff val="15000"/>
                  </a:schemeClr>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285750" indent="-285750">
              <a:lnSpc>
                <a:spcPct val="110000"/>
              </a:lnSpc>
              <a:spcBef>
                <a:spcPts val="225"/>
              </a:spcBef>
              <a:spcAft>
                <a:spcPts val="225"/>
              </a:spcAft>
              <a:buFont typeface="Arial" panose="020B0604020202020204" pitchFamily="34" charset="0"/>
              <a:buChar char="•"/>
            </a:pPr>
            <a:r>
              <a:rPr lang="en-US" sz="1400" dirty="0"/>
              <a:t>&gt;95% negative predictive value to rule OUT MRSA PNA.</a:t>
            </a:r>
          </a:p>
          <a:p>
            <a:pPr marL="285750" indent="-285750">
              <a:lnSpc>
                <a:spcPct val="110000"/>
              </a:lnSpc>
              <a:spcBef>
                <a:spcPts val="225"/>
              </a:spcBef>
              <a:spcAft>
                <a:spcPts val="225"/>
              </a:spcAft>
              <a:buFont typeface="Arial" panose="020B0604020202020204" pitchFamily="34" charset="0"/>
              <a:buChar char="•"/>
            </a:pPr>
            <a:r>
              <a:rPr lang="en-US" sz="1400" dirty="0"/>
              <a:t>Not always useful to rule IN MRSA PNA.</a:t>
            </a:r>
          </a:p>
          <a:p>
            <a:pPr>
              <a:lnSpc>
                <a:spcPct val="110000"/>
              </a:lnSpc>
              <a:spcBef>
                <a:spcPts val="225"/>
              </a:spcBef>
              <a:spcAft>
                <a:spcPts val="225"/>
              </a:spcAft>
            </a:pPr>
            <a:endParaRPr lang="en-US" sz="1400" dirty="0"/>
          </a:p>
          <a:p>
            <a:pPr>
              <a:lnSpc>
                <a:spcPct val="110000"/>
              </a:lnSpc>
              <a:spcBef>
                <a:spcPts val="225"/>
              </a:spcBef>
              <a:spcAft>
                <a:spcPts val="225"/>
              </a:spcAft>
            </a:pPr>
            <a:endParaRPr lang="en-US" sz="1400" dirty="0"/>
          </a:p>
        </p:txBody>
      </p:sp>
      <p:sp>
        <p:nvSpPr>
          <p:cNvPr id="33" name="TextBox 32"/>
          <p:cNvSpPr txBox="1"/>
          <p:nvPr/>
        </p:nvSpPr>
        <p:spPr>
          <a:xfrm>
            <a:off x="3428767" y="3757219"/>
            <a:ext cx="2609129" cy="321665"/>
          </a:xfrm>
          <a:prstGeom prst="rect">
            <a:avLst/>
          </a:prstGeom>
          <a:solidFill>
            <a:srgbClr val="0078B3"/>
          </a:solidFill>
        </p:spPr>
        <p:txBody>
          <a:bodyPr wrap="square" rtlCol="0" anchor="ctr" anchorCtr="0">
            <a:noAutofit/>
          </a:bodyPr>
          <a:lstStyle/>
          <a:p>
            <a:pPr algn="ctr"/>
            <a:r>
              <a:rPr lang="en-US" sz="1400" b="1" dirty="0">
                <a:solidFill>
                  <a:schemeClr val="bg1"/>
                </a:solidFill>
              </a:rPr>
              <a:t>MRSA Screening</a:t>
            </a:r>
          </a:p>
        </p:txBody>
      </p:sp>
      <p:sp>
        <p:nvSpPr>
          <p:cNvPr id="34" name="Text Placeholder 2"/>
          <p:cNvSpPr txBox="1">
            <a:spLocks/>
          </p:cNvSpPr>
          <p:nvPr/>
        </p:nvSpPr>
        <p:spPr>
          <a:xfrm>
            <a:off x="3429157" y="2061223"/>
            <a:ext cx="2608959" cy="1440620"/>
          </a:xfrm>
          <a:prstGeom prst="rect">
            <a:avLst/>
          </a:prstGeom>
          <a:solidFill>
            <a:schemeClr val="bg2">
              <a:alpha val="61000"/>
            </a:schemeClr>
          </a:solidFill>
        </p:spPr>
        <p:txBody>
          <a:bodyPr lIns="102857" tIns="102857" rIns="102857">
            <a:noAutofit/>
          </a:bodyPr>
          <a:lstStyle>
            <a:lvl1pPr marL="0" indent="0" algn="l" defTabSz="1828800" rtl="0" eaLnBrk="1" latinLnBrk="0" hangingPunct="1">
              <a:lnSpc>
                <a:spcPts val="4800"/>
              </a:lnSpc>
              <a:spcBef>
                <a:spcPts val="2000"/>
              </a:spcBef>
              <a:buFontTx/>
              <a:buNone/>
              <a:defRPr sz="3600" kern="1200" baseline="0">
                <a:solidFill>
                  <a:schemeClr val="tx1">
                    <a:lumMod val="85000"/>
                    <a:lumOff val="15000"/>
                  </a:schemeClr>
                </a:solidFill>
                <a:latin typeface="+mn-lt"/>
                <a:ea typeface="+mn-ea"/>
                <a:cs typeface="+mn-cs"/>
              </a:defRPr>
            </a:lvl1pPr>
            <a:lvl2pPr marL="914400" indent="0" algn="l" defTabSz="1828800" rtl="0" eaLnBrk="1" latinLnBrk="0" hangingPunct="1">
              <a:lnSpc>
                <a:spcPct val="90000"/>
              </a:lnSpc>
              <a:spcBef>
                <a:spcPts val="1000"/>
              </a:spcBef>
              <a:buSzPct val="80000"/>
              <a:buFontTx/>
              <a:buNone/>
              <a:defRPr sz="3600" kern="1200">
                <a:solidFill>
                  <a:schemeClr val="tx1">
                    <a:lumMod val="85000"/>
                    <a:lumOff val="15000"/>
                  </a:schemeClr>
                </a:solidFill>
                <a:latin typeface="+mn-lt"/>
                <a:ea typeface="+mn-ea"/>
                <a:cs typeface="+mn-cs"/>
              </a:defRPr>
            </a:lvl2pPr>
            <a:lvl3pPr marL="1828800" indent="0" algn="l" defTabSz="1828800" rtl="0" eaLnBrk="1" latinLnBrk="0" hangingPunct="1">
              <a:lnSpc>
                <a:spcPct val="90000"/>
              </a:lnSpc>
              <a:spcBef>
                <a:spcPts val="1000"/>
              </a:spcBef>
              <a:buFontTx/>
              <a:buNone/>
              <a:defRPr sz="3600" kern="1200">
                <a:solidFill>
                  <a:schemeClr val="tx1">
                    <a:lumMod val="85000"/>
                    <a:lumOff val="15000"/>
                  </a:schemeClr>
                </a:solidFill>
                <a:latin typeface="+mn-lt"/>
                <a:ea typeface="+mn-ea"/>
                <a:cs typeface="+mn-cs"/>
              </a:defRPr>
            </a:lvl3pPr>
            <a:lvl4pPr marL="2743200" indent="0" algn="l" defTabSz="1828800" rtl="0" eaLnBrk="1" latinLnBrk="0" hangingPunct="1">
              <a:lnSpc>
                <a:spcPct val="90000"/>
              </a:lnSpc>
              <a:spcBef>
                <a:spcPts val="1000"/>
              </a:spcBef>
              <a:buSzPct val="80000"/>
              <a:buFontTx/>
              <a:buNone/>
              <a:defRPr sz="3600" kern="1200">
                <a:solidFill>
                  <a:schemeClr val="tx1">
                    <a:lumMod val="85000"/>
                    <a:lumOff val="15000"/>
                  </a:schemeClr>
                </a:solidFill>
                <a:latin typeface="+mn-lt"/>
                <a:ea typeface="+mn-ea"/>
                <a:cs typeface="+mn-cs"/>
              </a:defRPr>
            </a:lvl4pPr>
            <a:lvl5pPr marL="3657600" indent="0" algn="l" defTabSz="1828800" rtl="0" eaLnBrk="1" latinLnBrk="0" hangingPunct="1">
              <a:lnSpc>
                <a:spcPct val="90000"/>
              </a:lnSpc>
              <a:spcBef>
                <a:spcPts val="1000"/>
              </a:spcBef>
              <a:buFontTx/>
              <a:buNone/>
              <a:defRPr sz="3600" kern="1200">
                <a:solidFill>
                  <a:schemeClr val="tx1">
                    <a:lumMod val="85000"/>
                    <a:lumOff val="15000"/>
                  </a:schemeClr>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10000"/>
              </a:lnSpc>
              <a:spcBef>
                <a:spcPts val="225"/>
              </a:spcBef>
              <a:spcAft>
                <a:spcPts val="225"/>
              </a:spcAft>
            </a:pPr>
            <a:r>
              <a:rPr lang="en-US" sz="1400" dirty="0"/>
              <a:t>SBC has low positive MRSA lung cultures (&lt;5%) in the past two years.  </a:t>
            </a:r>
          </a:p>
        </p:txBody>
      </p:sp>
      <p:sp>
        <p:nvSpPr>
          <p:cNvPr id="35" name="TextBox 34"/>
          <p:cNvSpPr txBox="1"/>
          <p:nvPr/>
        </p:nvSpPr>
        <p:spPr>
          <a:xfrm>
            <a:off x="3429004" y="1761996"/>
            <a:ext cx="2609129" cy="321665"/>
          </a:xfrm>
          <a:prstGeom prst="rect">
            <a:avLst/>
          </a:prstGeom>
          <a:solidFill>
            <a:srgbClr val="0078B3"/>
          </a:solidFill>
        </p:spPr>
        <p:txBody>
          <a:bodyPr wrap="square" rtlCol="0" anchor="ctr" anchorCtr="0">
            <a:noAutofit/>
          </a:bodyPr>
          <a:lstStyle/>
          <a:p>
            <a:pPr algn="ctr"/>
            <a:r>
              <a:rPr lang="en-US" sz="1400" b="1" dirty="0">
                <a:solidFill>
                  <a:schemeClr val="bg1"/>
                </a:solidFill>
              </a:rPr>
              <a:t>MRSA Prevalence</a:t>
            </a:r>
          </a:p>
        </p:txBody>
      </p:sp>
      <p:sp>
        <p:nvSpPr>
          <p:cNvPr id="5" name="Rectangle 4">
            <a:extLst>
              <a:ext uri="{FF2B5EF4-FFF2-40B4-BE49-F238E27FC236}">
                <a16:creationId xmlns:a16="http://schemas.microsoft.com/office/drawing/2014/main" id="{3B3B279D-BA61-DA0F-C135-1F6E112594D6}"/>
              </a:ext>
            </a:extLst>
          </p:cNvPr>
          <p:cNvSpPr/>
          <p:nvPr/>
        </p:nvSpPr>
        <p:spPr>
          <a:xfrm>
            <a:off x="6200121" y="3757219"/>
            <a:ext cx="2608976" cy="2097217"/>
          </a:xfrm>
          <a:prstGeom prst="rect">
            <a:avLst/>
          </a:prstGeom>
          <a:noFill/>
          <a:ln w="7620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D41B0B0-E53F-B384-5CA5-82456CE804C4}"/>
              </a:ext>
            </a:extLst>
          </p:cNvPr>
          <p:cNvSpPr txBox="1"/>
          <p:nvPr/>
        </p:nvSpPr>
        <p:spPr>
          <a:xfrm>
            <a:off x="995584" y="6351609"/>
            <a:ext cx="8205566" cy="523220"/>
          </a:xfrm>
          <a:prstGeom prst="rect">
            <a:avLst/>
          </a:prstGeom>
          <a:noFill/>
        </p:spPr>
        <p:txBody>
          <a:bodyPr wrap="square">
            <a:spAutoFit/>
          </a:bodyPr>
          <a:lstStyle/>
          <a:p>
            <a:pPr algn="r"/>
            <a:r>
              <a:rPr lang="en-US" sz="1400" dirty="0"/>
              <a:t>CAP = community acquired pneumonia, HAP = hospital acquired pneumonia, VAP = ventilator associated pneumonia, SBC = San Bernardino County Fontana and Ontario Med Centers</a:t>
            </a:r>
          </a:p>
        </p:txBody>
      </p:sp>
    </p:spTree>
    <p:extLst>
      <p:ext uri="{BB962C8B-B14F-4D97-AF65-F5344CB8AC3E}">
        <p14:creationId xmlns:p14="http://schemas.microsoft.com/office/powerpoint/2010/main" val="349550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432D29-7739-8341-BB1F-D75DDAFA5FF8}"/>
              </a:ext>
            </a:extLst>
          </p:cNvPr>
          <p:cNvSpPr>
            <a:spLocks noGrp="1"/>
          </p:cNvSpPr>
          <p:nvPr>
            <p:ph type="body" sz="quarter" idx="15"/>
          </p:nvPr>
        </p:nvSpPr>
        <p:spPr/>
        <p:txBody>
          <a:bodyPr/>
          <a:lstStyle/>
          <a:p>
            <a:endParaRPr lang="en-US"/>
          </a:p>
        </p:txBody>
      </p:sp>
      <p:sp>
        <p:nvSpPr>
          <p:cNvPr id="4" name="Text Placeholder 3">
            <a:extLst>
              <a:ext uri="{FF2B5EF4-FFF2-40B4-BE49-F238E27FC236}">
                <a16:creationId xmlns:a16="http://schemas.microsoft.com/office/drawing/2014/main" id="{71411C9D-FEA0-1D84-B4D1-84FB8B952EB7}"/>
              </a:ext>
            </a:extLst>
          </p:cNvPr>
          <p:cNvSpPr>
            <a:spLocks noGrp="1"/>
          </p:cNvSpPr>
          <p:nvPr>
            <p:ph type="body" sz="quarter" idx="17"/>
          </p:nvPr>
        </p:nvSpPr>
        <p:spPr/>
        <p:txBody>
          <a:bodyPr/>
          <a:lstStyle/>
          <a:p>
            <a:pPr marL="342900" indent="-342900">
              <a:buAutoNum type="alphaUcPeriod"/>
            </a:pPr>
            <a:r>
              <a:rPr lang="en-US" dirty="0"/>
              <a:t>27-year-old otherwise healthy male admitted with a non-severe Community Acquired Pneumonia who was admitted to an outside facility one month prior to admission for colitis treated with 7 days of IV Ceftriaxone and Flagyl prior to discharge on oral </a:t>
            </a:r>
            <a:r>
              <a:rPr lang="en-US" dirty="0" err="1"/>
              <a:t>vantin</a:t>
            </a:r>
            <a:r>
              <a:rPr lang="en-US" dirty="0"/>
              <a:t> and </a:t>
            </a:r>
            <a:r>
              <a:rPr lang="en-US" dirty="0" err="1"/>
              <a:t>flagyl</a:t>
            </a:r>
            <a:r>
              <a:rPr lang="en-US" dirty="0"/>
              <a:t>. </a:t>
            </a:r>
          </a:p>
          <a:p>
            <a:pPr marL="342900" indent="-342900">
              <a:buAutoNum type="alphaUcPeriod"/>
            </a:pPr>
            <a:r>
              <a:rPr lang="en-US" dirty="0"/>
              <a:t>31-year-old patient with AML admitted 2 weeks ago for induction chemo diagnosed with Healthcare Acquired Pneumonia. </a:t>
            </a:r>
          </a:p>
          <a:p>
            <a:pPr marL="342900" indent="-342900">
              <a:buAutoNum type="alphaUcPeriod"/>
            </a:pPr>
            <a:r>
              <a:rPr lang="en-US" dirty="0"/>
              <a:t>46-year-old male with severe Community Acquired Pneumonia with prior history of positive MRSA surveillance cultures. </a:t>
            </a:r>
          </a:p>
          <a:p>
            <a:pPr marL="342900" indent="-342900">
              <a:buAutoNum type="alphaUcPeriod"/>
            </a:pPr>
            <a:r>
              <a:rPr lang="en-US" dirty="0"/>
              <a:t> A and B</a:t>
            </a:r>
          </a:p>
          <a:p>
            <a:pPr marL="342900" indent="-342900">
              <a:buAutoNum type="alphaUcPeriod"/>
            </a:pPr>
            <a:r>
              <a:rPr lang="en-US" dirty="0"/>
              <a:t>D and C</a:t>
            </a:r>
          </a:p>
          <a:p>
            <a:pPr marL="342900" indent="-342900">
              <a:buAutoNum type="alphaUcPeriod"/>
            </a:pPr>
            <a:r>
              <a:rPr lang="en-US" dirty="0"/>
              <a:t>All the above</a:t>
            </a:r>
          </a:p>
          <a:p>
            <a:pPr marL="342900" indent="-342900">
              <a:buAutoNum type="alphaUcPeriod"/>
            </a:pPr>
            <a:endParaRPr lang="en-US" dirty="0"/>
          </a:p>
          <a:p>
            <a:pPr marL="342900" indent="-342900">
              <a:buAutoNum type="alphaUcPeriod"/>
            </a:pPr>
            <a:endParaRPr lang="en-US" dirty="0"/>
          </a:p>
          <a:p>
            <a:pPr marL="342900" indent="-342900">
              <a:buAutoNum type="alphaUcPeriod"/>
            </a:pPr>
            <a:endParaRPr lang="en-US" dirty="0"/>
          </a:p>
          <a:p>
            <a:pPr marL="342900" indent="-342900">
              <a:buAutoNum type="alphaUcPeriod"/>
            </a:pPr>
            <a:endParaRPr lang="en-US" dirty="0"/>
          </a:p>
        </p:txBody>
      </p:sp>
      <p:sp>
        <p:nvSpPr>
          <p:cNvPr id="5" name="Title 4">
            <a:extLst>
              <a:ext uri="{FF2B5EF4-FFF2-40B4-BE49-F238E27FC236}">
                <a16:creationId xmlns:a16="http://schemas.microsoft.com/office/drawing/2014/main" id="{2E46AC4A-8ECD-3824-E031-05B64A6E0B9E}"/>
              </a:ext>
            </a:extLst>
          </p:cNvPr>
          <p:cNvSpPr>
            <a:spLocks noGrp="1"/>
          </p:cNvSpPr>
          <p:nvPr>
            <p:ph type="title"/>
          </p:nvPr>
        </p:nvSpPr>
        <p:spPr/>
        <p:txBody>
          <a:bodyPr/>
          <a:lstStyle/>
          <a:p>
            <a:r>
              <a:rPr lang="en-US" dirty="0"/>
              <a:t>In which of the following patients would empiric anti-MRSA coverage be reasonable or indicated?</a:t>
            </a:r>
          </a:p>
        </p:txBody>
      </p:sp>
      <p:sp>
        <p:nvSpPr>
          <p:cNvPr id="6" name="Slide Number Placeholder 5">
            <a:extLst>
              <a:ext uri="{FF2B5EF4-FFF2-40B4-BE49-F238E27FC236}">
                <a16:creationId xmlns:a16="http://schemas.microsoft.com/office/drawing/2014/main" id="{80D58AFD-A991-675C-98AC-A2AD7499F1E6}"/>
              </a:ext>
            </a:extLst>
          </p:cNvPr>
          <p:cNvSpPr>
            <a:spLocks noGrp="1"/>
          </p:cNvSpPr>
          <p:nvPr>
            <p:ph type="sldNum" sz="quarter" idx="4"/>
          </p:nvPr>
        </p:nvSpPr>
        <p:spPr/>
        <p:txBody>
          <a:bodyPr/>
          <a:lstStyle/>
          <a:p>
            <a:fld id="{8C8B385D-DF67-E241-B0BF-76B80A8E743B}" type="slidenum">
              <a:rPr lang="en-US" smtClean="0"/>
              <a:pPr/>
              <a:t>16</a:t>
            </a:fld>
            <a:endParaRPr lang="en-US" dirty="0"/>
          </a:p>
        </p:txBody>
      </p:sp>
      <p:sp>
        <p:nvSpPr>
          <p:cNvPr id="7" name="Text Placeholder 6">
            <a:extLst>
              <a:ext uri="{FF2B5EF4-FFF2-40B4-BE49-F238E27FC236}">
                <a16:creationId xmlns:a16="http://schemas.microsoft.com/office/drawing/2014/main" id="{37CEF39B-9034-E19C-B873-74F664C96BBE}"/>
              </a:ext>
            </a:extLst>
          </p:cNvPr>
          <p:cNvSpPr>
            <a:spLocks noGrp="1"/>
          </p:cNvSpPr>
          <p:nvPr>
            <p:ph type="body" sz="quarter" idx="14"/>
          </p:nvPr>
        </p:nvSpPr>
        <p:spPr/>
        <p:txBody>
          <a:bodyPr/>
          <a:lstStyle/>
          <a:p>
            <a:endParaRPr lang="en-US"/>
          </a:p>
        </p:txBody>
      </p:sp>
      <p:pic>
        <p:nvPicPr>
          <p:cNvPr id="1026" name="Picture 2" descr="Study: MRSA Emerged Long Before Introduction of Antibiotic Methicillin into  Clinical Practice | Sci.News">
            <a:extLst>
              <a:ext uri="{FF2B5EF4-FFF2-40B4-BE49-F238E27FC236}">
                <a16:creationId xmlns:a16="http://schemas.microsoft.com/office/drawing/2014/main" id="{CDAA5EA8-94BB-CE6C-FA26-4BD38F298F7F}"/>
              </a:ext>
            </a:extLst>
          </p:cNvPr>
          <p:cNvPicPr>
            <a:picLocks noGrp="1" noChangeAspect="1" noChangeArrowheads="1"/>
          </p:cNvPicPr>
          <p:nvPr>
            <p:ph type="pic" sz="quarter" idx="18"/>
          </p:nvPr>
        </p:nvPicPr>
        <p:blipFill>
          <a:blip r:embed="rId2">
            <a:extLst>
              <a:ext uri="{28A0092B-C50C-407E-A947-70E740481C1C}">
                <a14:useLocalDpi xmlns:a14="http://schemas.microsoft.com/office/drawing/2010/main" val="0"/>
              </a:ext>
            </a:extLst>
          </a:blip>
          <a:srcRect l="32601" r="32601"/>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301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432D29-7739-8341-BB1F-D75DDAFA5FF8}"/>
              </a:ext>
            </a:extLst>
          </p:cNvPr>
          <p:cNvSpPr>
            <a:spLocks noGrp="1"/>
          </p:cNvSpPr>
          <p:nvPr>
            <p:ph type="body" sz="quarter" idx="15"/>
          </p:nvPr>
        </p:nvSpPr>
        <p:spPr/>
        <p:txBody>
          <a:bodyPr/>
          <a:lstStyle/>
          <a:p>
            <a:endParaRPr lang="en-US"/>
          </a:p>
        </p:txBody>
      </p:sp>
      <p:sp>
        <p:nvSpPr>
          <p:cNvPr id="4" name="Text Placeholder 3">
            <a:extLst>
              <a:ext uri="{FF2B5EF4-FFF2-40B4-BE49-F238E27FC236}">
                <a16:creationId xmlns:a16="http://schemas.microsoft.com/office/drawing/2014/main" id="{71411C9D-FEA0-1D84-B4D1-84FB8B952EB7}"/>
              </a:ext>
            </a:extLst>
          </p:cNvPr>
          <p:cNvSpPr>
            <a:spLocks noGrp="1"/>
          </p:cNvSpPr>
          <p:nvPr>
            <p:ph type="body" sz="quarter" idx="17"/>
          </p:nvPr>
        </p:nvSpPr>
        <p:spPr/>
        <p:txBody>
          <a:bodyPr/>
          <a:lstStyle/>
          <a:p>
            <a:pPr marL="342900" indent="-342900">
              <a:buAutoNum type="alphaUcPeriod"/>
            </a:pPr>
            <a:r>
              <a:rPr lang="en-US" dirty="0"/>
              <a:t>27-year-old otherwise healthy male admitted with a non-severe Community Acquired Pneumonia who was admitted to an outside facility one month prior to admission for colitis treated with 7 days of IV Ceftriaxone and Flagyl prior to discharge on oral </a:t>
            </a:r>
            <a:r>
              <a:rPr lang="en-US" dirty="0" err="1"/>
              <a:t>Vantin</a:t>
            </a:r>
            <a:r>
              <a:rPr lang="en-US" dirty="0"/>
              <a:t> and Flagyl. </a:t>
            </a:r>
          </a:p>
          <a:p>
            <a:pPr marL="342900" indent="-342900">
              <a:buAutoNum type="alphaUcPeriod"/>
            </a:pPr>
            <a:r>
              <a:rPr lang="en-US" dirty="0"/>
              <a:t>31-year-old patient with AML admitted 2 weeks ago for induction chemo diagnosed with Healthcare Acquired Pneumonia. </a:t>
            </a:r>
          </a:p>
          <a:p>
            <a:pPr marL="342900" indent="-342900">
              <a:buAutoNum type="alphaUcPeriod"/>
            </a:pPr>
            <a:r>
              <a:rPr lang="en-US" dirty="0"/>
              <a:t>46-year-old male with severe Community Acquired Pneumonia with prior history of positive MRSA surveillance cultures. </a:t>
            </a:r>
          </a:p>
          <a:p>
            <a:pPr marL="342900" indent="-342900">
              <a:buAutoNum type="alphaUcPeriod"/>
            </a:pPr>
            <a:r>
              <a:rPr lang="en-US" dirty="0"/>
              <a:t> A and B</a:t>
            </a:r>
          </a:p>
          <a:p>
            <a:pPr marL="342900" indent="-342900">
              <a:buAutoNum type="alphaUcPeriod"/>
            </a:pPr>
            <a:r>
              <a:rPr lang="en-US" dirty="0">
                <a:solidFill>
                  <a:srgbClr val="FF0000"/>
                </a:solidFill>
              </a:rPr>
              <a:t>B and C</a:t>
            </a:r>
          </a:p>
          <a:p>
            <a:pPr marL="342900" indent="-342900">
              <a:buAutoNum type="alphaUcPeriod"/>
            </a:pPr>
            <a:r>
              <a:rPr lang="en-US" dirty="0"/>
              <a:t>All the above</a:t>
            </a:r>
          </a:p>
          <a:p>
            <a:pPr marL="342900" indent="-342900">
              <a:buAutoNum type="alphaUcPeriod"/>
            </a:pPr>
            <a:endParaRPr lang="en-US" dirty="0"/>
          </a:p>
          <a:p>
            <a:pPr marL="342900" indent="-342900">
              <a:buAutoNum type="alphaUcPeriod"/>
            </a:pPr>
            <a:endParaRPr lang="en-US" dirty="0"/>
          </a:p>
          <a:p>
            <a:pPr marL="342900" indent="-342900">
              <a:buAutoNum type="alphaUcPeriod"/>
            </a:pPr>
            <a:endParaRPr lang="en-US" dirty="0"/>
          </a:p>
          <a:p>
            <a:pPr marL="342900" indent="-342900">
              <a:buAutoNum type="alphaUcPeriod"/>
            </a:pPr>
            <a:endParaRPr lang="en-US" dirty="0"/>
          </a:p>
        </p:txBody>
      </p:sp>
      <p:sp>
        <p:nvSpPr>
          <p:cNvPr id="5" name="Title 4">
            <a:extLst>
              <a:ext uri="{FF2B5EF4-FFF2-40B4-BE49-F238E27FC236}">
                <a16:creationId xmlns:a16="http://schemas.microsoft.com/office/drawing/2014/main" id="{2E46AC4A-8ECD-3824-E031-05B64A6E0B9E}"/>
              </a:ext>
            </a:extLst>
          </p:cNvPr>
          <p:cNvSpPr>
            <a:spLocks noGrp="1"/>
          </p:cNvSpPr>
          <p:nvPr>
            <p:ph type="title"/>
          </p:nvPr>
        </p:nvSpPr>
        <p:spPr/>
        <p:txBody>
          <a:bodyPr/>
          <a:lstStyle/>
          <a:p>
            <a:r>
              <a:rPr lang="en-US" dirty="0"/>
              <a:t>In which of the following patients would empiric anti-MRSA coverage be reasonable or indicated?</a:t>
            </a:r>
          </a:p>
        </p:txBody>
      </p:sp>
      <p:sp>
        <p:nvSpPr>
          <p:cNvPr id="6" name="Slide Number Placeholder 5">
            <a:extLst>
              <a:ext uri="{FF2B5EF4-FFF2-40B4-BE49-F238E27FC236}">
                <a16:creationId xmlns:a16="http://schemas.microsoft.com/office/drawing/2014/main" id="{80D58AFD-A991-675C-98AC-A2AD7499F1E6}"/>
              </a:ext>
            </a:extLst>
          </p:cNvPr>
          <p:cNvSpPr>
            <a:spLocks noGrp="1"/>
          </p:cNvSpPr>
          <p:nvPr>
            <p:ph type="sldNum" sz="quarter" idx="4"/>
          </p:nvPr>
        </p:nvSpPr>
        <p:spPr/>
        <p:txBody>
          <a:bodyPr/>
          <a:lstStyle/>
          <a:p>
            <a:fld id="{8C8B385D-DF67-E241-B0BF-76B80A8E743B}" type="slidenum">
              <a:rPr lang="en-US" smtClean="0"/>
              <a:pPr/>
              <a:t>17</a:t>
            </a:fld>
            <a:endParaRPr lang="en-US" dirty="0"/>
          </a:p>
        </p:txBody>
      </p:sp>
      <p:sp>
        <p:nvSpPr>
          <p:cNvPr id="7" name="Text Placeholder 6">
            <a:extLst>
              <a:ext uri="{FF2B5EF4-FFF2-40B4-BE49-F238E27FC236}">
                <a16:creationId xmlns:a16="http://schemas.microsoft.com/office/drawing/2014/main" id="{37CEF39B-9034-E19C-B873-74F664C96BBE}"/>
              </a:ext>
            </a:extLst>
          </p:cNvPr>
          <p:cNvSpPr>
            <a:spLocks noGrp="1"/>
          </p:cNvSpPr>
          <p:nvPr>
            <p:ph type="body" sz="quarter" idx="14"/>
          </p:nvPr>
        </p:nvSpPr>
        <p:spPr/>
        <p:txBody>
          <a:bodyPr/>
          <a:lstStyle/>
          <a:p>
            <a:endParaRPr lang="en-US"/>
          </a:p>
        </p:txBody>
      </p:sp>
      <p:pic>
        <p:nvPicPr>
          <p:cNvPr id="1026" name="Picture 2" descr="Study: MRSA Emerged Long Before Introduction of Antibiotic Methicillin into  Clinical Practice | Sci.News">
            <a:extLst>
              <a:ext uri="{FF2B5EF4-FFF2-40B4-BE49-F238E27FC236}">
                <a16:creationId xmlns:a16="http://schemas.microsoft.com/office/drawing/2014/main" id="{CDAA5EA8-94BB-CE6C-FA26-4BD38F298F7F}"/>
              </a:ext>
            </a:extLst>
          </p:cNvPr>
          <p:cNvPicPr>
            <a:picLocks noGrp="1" noChangeAspect="1" noChangeArrowheads="1"/>
          </p:cNvPicPr>
          <p:nvPr>
            <p:ph type="pic" sz="quarter" idx="18"/>
          </p:nvPr>
        </p:nvPicPr>
        <p:blipFill>
          <a:blip r:embed="rId2">
            <a:extLst>
              <a:ext uri="{28A0092B-C50C-407E-A947-70E740481C1C}">
                <a14:useLocalDpi xmlns:a14="http://schemas.microsoft.com/office/drawing/2010/main" val="0"/>
              </a:ext>
            </a:extLst>
          </a:blip>
          <a:srcRect l="32601" r="32601"/>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010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DECA6-E00F-9ABC-29FE-5FE5310B64B7}"/>
              </a:ext>
            </a:extLst>
          </p:cNvPr>
          <p:cNvSpPr>
            <a:spLocks noGrp="1"/>
          </p:cNvSpPr>
          <p:nvPr>
            <p:ph type="title"/>
          </p:nvPr>
        </p:nvSpPr>
        <p:spPr>
          <a:xfrm>
            <a:off x="2321010" y="2312031"/>
            <a:ext cx="4376569" cy="1690776"/>
          </a:xfrm>
        </p:spPr>
        <p:txBody>
          <a:bodyPr>
            <a:normAutofit/>
          </a:bodyPr>
          <a:lstStyle/>
          <a:p>
            <a:r>
              <a:rPr lang="en-US" sz="5400" dirty="0"/>
              <a:t>Questions??</a:t>
            </a:r>
          </a:p>
        </p:txBody>
      </p:sp>
    </p:spTree>
    <p:extLst>
      <p:ext uri="{BB962C8B-B14F-4D97-AF65-F5344CB8AC3E}">
        <p14:creationId xmlns:p14="http://schemas.microsoft.com/office/powerpoint/2010/main" val="1641645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DC804B-A86B-14D9-48F4-CF968BC163B4}"/>
              </a:ext>
            </a:extLst>
          </p:cNvPr>
          <p:cNvSpPr>
            <a:spLocks noGrp="1"/>
          </p:cNvSpPr>
          <p:nvPr>
            <p:ph sz="quarter" idx="20"/>
          </p:nvPr>
        </p:nvSpPr>
        <p:spPr>
          <a:xfrm>
            <a:off x="314169" y="1259641"/>
            <a:ext cx="8515661" cy="2522512"/>
          </a:xfrm>
        </p:spPr>
        <p:txBody>
          <a:bodyPr/>
          <a:lstStyle/>
          <a:p>
            <a:pPr marL="0" indent="0">
              <a:lnSpc>
                <a:spcPct val="150000"/>
              </a:lnSpc>
              <a:buNone/>
            </a:pPr>
            <a:r>
              <a:rPr lang="en-US" sz="1800" dirty="0"/>
              <a:t>MRSA and Skin and Soft Tissue Infections</a:t>
            </a:r>
          </a:p>
          <a:p>
            <a:pPr marL="0" indent="0">
              <a:lnSpc>
                <a:spcPct val="150000"/>
              </a:lnSpc>
              <a:buNone/>
            </a:pPr>
            <a:r>
              <a:rPr lang="en-US" dirty="0"/>
              <a:t>Consider empiric coverage for MRSA if:</a:t>
            </a:r>
          </a:p>
          <a:p>
            <a:pPr>
              <a:lnSpc>
                <a:spcPct val="150000"/>
              </a:lnSpc>
              <a:buFont typeface="Arial" panose="020B0604020202020204" pitchFamily="34" charset="0"/>
              <a:buChar char="•"/>
            </a:pPr>
            <a:r>
              <a:rPr lang="en-US" dirty="0"/>
              <a:t>Purulent cellulitis</a:t>
            </a:r>
          </a:p>
          <a:p>
            <a:pPr>
              <a:lnSpc>
                <a:spcPct val="150000"/>
              </a:lnSpc>
              <a:buFont typeface="Arial" panose="020B0604020202020204" pitchFamily="34" charset="0"/>
              <a:buChar char="•"/>
            </a:pPr>
            <a:r>
              <a:rPr lang="en-US" dirty="0"/>
              <a:t>Non-purulent cellulitis that does not respond to appropriate antibiotics after 48 hours  </a:t>
            </a:r>
          </a:p>
          <a:p>
            <a:pPr>
              <a:lnSpc>
                <a:spcPct val="150000"/>
              </a:lnSpc>
              <a:buFont typeface="Arial" panose="020B0604020202020204" pitchFamily="34" charset="0"/>
              <a:buChar char="•"/>
            </a:pPr>
            <a:r>
              <a:rPr lang="en-US" dirty="0"/>
              <a:t>Risk factors for MRSA (prior MRSA colonization or isolation, recurrent infection, IVDA)</a:t>
            </a:r>
          </a:p>
          <a:p>
            <a:pPr>
              <a:lnSpc>
                <a:spcPct val="150000"/>
              </a:lnSpc>
              <a:buFont typeface="Arial" panose="020B0604020202020204" pitchFamily="34" charset="0"/>
              <a:buChar char="•"/>
            </a:pPr>
            <a:r>
              <a:rPr lang="en-US" dirty="0"/>
              <a:t>Necrotizing Fasciitis / Fournier’s Gangrene</a:t>
            </a:r>
          </a:p>
          <a:p>
            <a:pPr>
              <a:lnSpc>
                <a:spcPct val="150000"/>
              </a:lnSpc>
              <a:buFont typeface="Arial" panose="020B0604020202020204" pitchFamily="34" charset="0"/>
              <a:buChar char="•"/>
            </a:pPr>
            <a:r>
              <a:rPr lang="en-US" dirty="0"/>
              <a:t>Myonecrosis</a:t>
            </a:r>
          </a:p>
          <a:p>
            <a:pPr marL="0" indent="0">
              <a:lnSpc>
                <a:spcPct val="150000"/>
              </a:lnSpc>
              <a:buNone/>
            </a:pPr>
            <a:r>
              <a:rPr lang="en-US" sz="1800" dirty="0"/>
              <a:t>MRSA and Diabetic foot infections</a:t>
            </a:r>
          </a:p>
          <a:p>
            <a:pPr marL="0" marR="0" indent="0">
              <a:lnSpc>
                <a:spcPct val="150000"/>
              </a:lnSpc>
              <a:spcBef>
                <a:spcPts val="0"/>
              </a:spcBef>
              <a:spcAft>
                <a:spcPts val="0"/>
              </a:spcAft>
              <a:buNone/>
            </a:pPr>
            <a:r>
              <a:rPr lang="en-US" dirty="0">
                <a:ea typeface="Times New Roman" panose="02020603050405020304" pitchFamily="18" charset="0"/>
              </a:rPr>
              <a:t>Consider empiric MRSA risk factors if: </a:t>
            </a:r>
          </a:p>
          <a:p>
            <a:pPr marL="342900" lvl="0" indent="-342900">
              <a:lnSpc>
                <a:spcPct val="150000"/>
              </a:lnSpc>
              <a:spcBef>
                <a:spcPts val="0"/>
              </a:spcBef>
              <a:spcAft>
                <a:spcPts val="0"/>
              </a:spcAft>
              <a:buFont typeface="Times New Roman" panose="02020603050405020304" pitchFamily="18" charset="0"/>
              <a:buChar char="•"/>
              <a:tabLst>
                <a:tab pos="457200" algn="l"/>
              </a:tabLst>
            </a:pPr>
            <a:r>
              <a:rPr lang="en-US" dirty="0">
                <a:ea typeface="Times New Roman" panose="02020603050405020304" pitchFamily="18" charset="0"/>
              </a:rPr>
              <a:t>History of colonization/infection with MRSA</a:t>
            </a:r>
          </a:p>
          <a:p>
            <a:pPr marL="342900" lvl="0" indent="-342900">
              <a:lnSpc>
                <a:spcPct val="150000"/>
              </a:lnSpc>
              <a:spcBef>
                <a:spcPts val="0"/>
              </a:spcBef>
              <a:spcAft>
                <a:spcPts val="0"/>
              </a:spcAft>
              <a:buFont typeface="Times New Roman" panose="02020603050405020304" pitchFamily="18" charset="0"/>
              <a:buChar char="•"/>
              <a:tabLst>
                <a:tab pos="457200" algn="l"/>
              </a:tabLst>
            </a:pPr>
            <a:r>
              <a:rPr lang="en-US" dirty="0">
                <a:ea typeface="Times New Roman" panose="02020603050405020304" pitchFamily="18" charset="0"/>
              </a:rPr>
              <a:t>Injection drug use</a:t>
            </a:r>
          </a:p>
          <a:p>
            <a:pPr marL="342900" lvl="0" indent="-342900">
              <a:lnSpc>
                <a:spcPct val="150000"/>
              </a:lnSpc>
              <a:spcBef>
                <a:spcPts val="0"/>
              </a:spcBef>
              <a:spcAft>
                <a:spcPts val="0"/>
              </a:spcAft>
              <a:buFont typeface="Times New Roman" panose="02020603050405020304" pitchFamily="18" charset="0"/>
              <a:buChar char="•"/>
              <a:tabLst>
                <a:tab pos="457200" algn="l"/>
              </a:tabLst>
            </a:pPr>
            <a:r>
              <a:rPr lang="en-US" dirty="0">
                <a:ea typeface="Times New Roman" panose="02020603050405020304" pitchFamily="18" charset="0"/>
              </a:rPr>
              <a:t>Previous hospitalization within past 3 months or current prolonged hospitalization &gt; 2 weeks</a:t>
            </a:r>
          </a:p>
          <a:p>
            <a:pPr marL="342900" lvl="0" indent="-342900">
              <a:lnSpc>
                <a:spcPct val="150000"/>
              </a:lnSpc>
              <a:spcBef>
                <a:spcPts val="0"/>
              </a:spcBef>
              <a:spcAft>
                <a:spcPts val="0"/>
              </a:spcAft>
              <a:buFont typeface="Times New Roman" panose="02020603050405020304" pitchFamily="18" charset="0"/>
              <a:buChar char="•"/>
              <a:tabLst>
                <a:tab pos="457200" algn="l"/>
              </a:tabLst>
            </a:pPr>
            <a:r>
              <a:rPr lang="en-US" dirty="0">
                <a:ea typeface="Times New Roman" panose="02020603050405020304" pitchFamily="18" charset="0"/>
              </a:rPr>
              <a:t>Transfer from nursing home or sub-acute facility</a:t>
            </a:r>
          </a:p>
          <a:p>
            <a:pPr>
              <a:lnSpc>
                <a:spcPct val="150000"/>
              </a:lnSpc>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4518677C-825A-3764-EF7A-9BF80229ADD8}"/>
              </a:ext>
            </a:extLst>
          </p:cNvPr>
          <p:cNvSpPr>
            <a:spLocks noGrp="1"/>
          </p:cNvSpPr>
          <p:nvPr>
            <p:ph type="sldNum" sz="quarter" idx="4"/>
          </p:nvPr>
        </p:nvSpPr>
        <p:spPr/>
        <p:txBody>
          <a:bodyPr/>
          <a:lstStyle/>
          <a:p>
            <a:fld id="{8C8B385D-DF67-E241-B0BF-76B80A8E743B}" type="slidenum">
              <a:rPr lang="en-US" smtClean="0"/>
              <a:pPr/>
              <a:t>19</a:t>
            </a:fld>
            <a:endParaRPr lang="en-US" dirty="0"/>
          </a:p>
        </p:txBody>
      </p:sp>
      <p:sp>
        <p:nvSpPr>
          <p:cNvPr id="10" name="Title 1">
            <a:extLst>
              <a:ext uri="{FF2B5EF4-FFF2-40B4-BE49-F238E27FC236}">
                <a16:creationId xmlns:a16="http://schemas.microsoft.com/office/drawing/2014/main" id="{1673E445-A4CF-7B47-8586-3D2A7F6D0574}"/>
              </a:ext>
            </a:extLst>
          </p:cNvPr>
          <p:cNvSpPr txBox="1">
            <a:spLocks/>
          </p:cNvSpPr>
          <p:nvPr/>
        </p:nvSpPr>
        <p:spPr>
          <a:xfrm>
            <a:off x="314169" y="298999"/>
            <a:ext cx="6491633" cy="883834"/>
          </a:xfrm>
          <a:prstGeom prst="rect">
            <a:avLst/>
          </a:prstGeom>
        </p:spPr>
        <p:txBody>
          <a:bodyPr vert="horz" lIns="91440" tIns="45720" rIns="91440" bIns="45720" rtlCol="0" anchor="ctr" anchorCtr="0">
            <a:noAutofit/>
          </a:bodyPr>
          <a:lstStyle>
            <a:lvl1pPr algn="l" defTabSz="685800" rtl="0" eaLnBrk="1" latinLnBrk="0" hangingPunct="1">
              <a:lnSpc>
                <a:spcPct val="100000"/>
              </a:lnSpc>
              <a:spcBef>
                <a:spcPct val="0"/>
              </a:spcBef>
              <a:buNone/>
              <a:defRPr sz="1900" b="0" kern="1200" baseline="0">
                <a:solidFill>
                  <a:schemeClr val="tx2"/>
                </a:solidFill>
                <a:latin typeface="+mj-lt"/>
                <a:ea typeface="+mj-ea"/>
                <a:cs typeface="+mj-cs"/>
              </a:defRPr>
            </a:lvl1pPr>
          </a:lstStyle>
          <a:p>
            <a:r>
              <a:rPr lang="en-US" sz="4400" dirty="0">
                <a:solidFill>
                  <a:schemeClr val="tx1"/>
                </a:solidFill>
              </a:rPr>
              <a:t>Upcoming!</a:t>
            </a:r>
          </a:p>
        </p:txBody>
      </p:sp>
    </p:spTree>
    <p:extLst>
      <p:ext uri="{BB962C8B-B14F-4D97-AF65-F5344CB8AC3E}">
        <p14:creationId xmlns:p14="http://schemas.microsoft.com/office/powerpoint/2010/main" val="2701748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3"/>
          <p:cNvSpPr>
            <a:spLocks noChangeArrowheads="1"/>
          </p:cNvSpPr>
          <p:nvPr/>
        </p:nvSpPr>
        <p:spPr bwMode="gray">
          <a:xfrm>
            <a:off x="665917" y="1713417"/>
            <a:ext cx="5361923" cy="506658"/>
          </a:xfrm>
          <a:prstGeom prst="rect">
            <a:avLst/>
          </a:prstGeom>
          <a:solidFill>
            <a:schemeClr val="accent1"/>
          </a:solidFill>
          <a:ln>
            <a:noFill/>
          </a:ln>
          <a:effectLst/>
        </p:spPr>
        <p:txBody>
          <a:bodyPr wrap="none" anchor="ctr"/>
          <a:lstStyle/>
          <a:p>
            <a:endParaRPr lang="en-US" sz="2800" dirty="0"/>
          </a:p>
        </p:txBody>
      </p:sp>
      <p:sp>
        <p:nvSpPr>
          <p:cNvPr id="24" name="Text Box 4"/>
          <p:cNvSpPr txBox="1">
            <a:spLocks noChangeArrowheads="1"/>
          </p:cNvSpPr>
          <p:nvPr/>
        </p:nvSpPr>
        <p:spPr bwMode="gray">
          <a:xfrm>
            <a:off x="665917" y="1687120"/>
            <a:ext cx="5125765" cy="52322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r>
              <a:rPr lang="en-US" altLang="x-none" sz="2800" dirty="0">
                <a:solidFill>
                  <a:schemeClr val="bg1"/>
                </a:solidFill>
                <a:latin typeface="+mj-lt"/>
              </a:rPr>
              <a:t>US MRSA Resistance Trend</a:t>
            </a:r>
          </a:p>
        </p:txBody>
      </p:sp>
      <p:sp>
        <p:nvSpPr>
          <p:cNvPr id="25" name="Rectangle 5"/>
          <p:cNvSpPr>
            <a:spLocks noChangeArrowheads="1"/>
          </p:cNvSpPr>
          <p:nvPr/>
        </p:nvSpPr>
        <p:spPr bwMode="gray">
          <a:xfrm>
            <a:off x="665917" y="2383951"/>
            <a:ext cx="5375095" cy="515113"/>
          </a:xfrm>
          <a:prstGeom prst="rect">
            <a:avLst/>
          </a:prstGeom>
          <a:solidFill>
            <a:schemeClr val="accent1"/>
          </a:solidFill>
          <a:ln>
            <a:noFill/>
          </a:ln>
          <a:effectLst/>
        </p:spPr>
        <p:txBody>
          <a:bodyPr wrap="none" anchor="ctr"/>
          <a:lstStyle/>
          <a:p>
            <a:endParaRPr lang="en-US" sz="2800" dirty="0"/>
          </a:p>
        </p:txBody>
      </p:sp>
      <p:sp>
        <p:nvSpPr>
          <p:cNvPr id="26" name="Text Box 6"/>
          <p:cNvSpPr txBox="1">
            <a:spLocks noChangeArrowheads="1"/>
          </p:cNvSpPr>
          <p:nvPr/>
        </p:nvSpPr>
        <p:spPr bwMode="gray">
          <a:xfrm>
            <a:off x="665917" y="2379156"/>
            <a:ext cx="5125765" cy="52322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r>
              <a:rPr lang="en-US" altLang="x-none" sz="2800" dirty="0">
                <a:solidFill>
                  <a:schemeClr val="bg1"/>
                </a:solidFill>
                <a:latin typeface="+mj-lt"/>
              </a:rPr>
              <a:t>CAP Severity Definition</a:t>
            </a:r>
          </a:p>
        </p:txBody>
      </p:sp>
      <p:sp>
        <p:nvSpPr>
          <p:cNvPr id="28" name="Text Box 8"/>
          <p:cNvSpPr txBox="1">
            <a:spLocks noChangeArrowheads="1"/>
          </p:cNvSpPr>
          <p:nvPr/>
        </p:nvSpPr>
        <p:spPr bwMode="gray">
          <a:xfrm>
            <a:off x="643447" y="2988413"/>
            <a:ext cx="5125765" cy="52322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r>
              <a:rPr lang="en-US" altLang="x-none" sz="2800" dirty="0">
                <a:solidFill>
                  <a:schemeClr val="bg1"/>
                </a:solidFill>
                <a:latin typeface="+mj-lt"/>
              </a:rPr>
              <a:t>Additional MRSA Data</a:t>
            </a:r>
          </a:p>
        </p:txBody>
      </p:sp>
      <p:sp>
        <p:nvSpPr>
          <p:cNvPr id="29" name="Rectangle 9"/>
          <p:cNvSpPr>
            <a:spLocks noChangeArrowheads="1"/>
          </p:cNvSpPr>
          <p:nvPr/>
        </p:nvSpPr>
        <p:spPr bwMode="gray">
          <a:xfrm>
            <a:off x="665917" y="2988413"/>
            <a:ext cx="5340189" cy="502136"/>
          </a:xfrm>
          <a:prstGeom prst="rect">
            <a:avLst/>
          </a:prstGeom>
          <a:solidFill>
            <a:schemeClr val="accent1"/>
          </a:solidFill>
          <a:ln>
            <a:noFill/>
          </a:ln>
          <a:effectLst/>
        </p:spPr>
        <p:txBody>
          <a:bodyPr wrap="none" anchor="ctr"/>
          <a:lstStyle/>
          <a:p>
            <a:endParaRPr lang="en-US" sz="2800" dirty="0"/>
          </a:p>
        </p:txBody>
      </p:sp>
      <p:sp>
        <p:nvSpPr>
          <p:cNvPr id="30" name="Text Box 10"/>
          <p:cNvSpPr txBox="1">
            <a:spLocks noChangeArrowheads="1"/>
          </p:cNvSpPr>
          <p:nvPr/>
        </p:nvSpPr>
        <p:spPr bwMode="gray">
          <a:xfrm>
            <a:off x="665917" y="2988124"/>
            <a:ext cx="5125765" cy="52322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r>
              <a:rPr lang="en-US" altLang="x-none" sz="2800" dirty="0">
                <a:solidFill>
                  <a:schemeClr val="bg1"/>
                </a:solidFill>
              </a:rPr>
              <a:t>MRSA Nasal Screening Detail</a:t>
            </a:r>
          </a:p>
        </p:txBody>
      </p:sp>
      <p:sp>
        <p:nvSpPr>
          <p:cNvPr id="18" name="Title 1"/>
          <p:cNvSpPr txBox="1">
            <a:spLocks/>
          </p:cNvSpPr>
          <p:nvPr/>
        </p:nvSpPr>
        <p:spPr>
          <a:xfrm>
            <a:off x="629448" y="735573"/>
            <a:ext cx="7828531" cy="631120"/>
          </a:xfrm>
          <a:prstGeom prst="rect">
            <a:avLst/>
          </a:prstGeom>
        </p:spPr>
        <p:txBody>
          <a:bodyPr anchor="ctr" anchorCtr="0">
            <a:noAutofit/>
          </a:bodyPr>
          <a:lstStyle>
            <a:lvl1pPr algn="l" defTabSz="1828800" rtl="0" eaLnBrk="1" latinLnBrk="0" hangingPunct="1">
              <a:lnSpc>
                <a:spcPct val="90000"/>
              </a:lnSpc>
              <a:spcBef>
                <a:spcPct val="0"/>
              </a:spcBef>
              <a:buNone/>
              <a:defRPr sz="6000" b="1" kern="1200" baseline="0">
                <a:solidFill>
                  <a:schemeClr val="tx2"/>
                </a:solidFill>
                <a:latin typeface="+mj-lt"/>
                <a:ea typeface="+mj-ea"/>
                <a:cs typeface="+mj-cs"/>
              </a:defRPr>
            </a:lvl1pPr>
          </a:lstStyle>
          <a:p>
            <a:r>
              <a:rPr lang="en-US" sz="4400" b="0" dirty="0">
                <a:solidFill>
                  <a:schemeClr val="tx1"/>
                </a:solidFill>
              </a:rPr>
              <a:t>Appendix</a:t>
            </a:r>
          </a:p>
        </p:txBody>
      </p:sp>
      <p:sp>
        <p:nvSpPr>
          <p:cNvPr id="4" name="Slide Number Placeholder 3"/>
          <p:cNvSpPr>
            <a:spLocks noGrp="1"/>
          </p:cNvSpPr>
          <p:nvPr>
            <p:ph type="sldNum" sz="quarter" idx="4"/>
          </p:nvPr>
        </p:nvSpPr>
        <p:spPr/>
        <p:txBody>
          <a:bodyPr/>
          <a:lstStyle/>
          <a:p>
            <a:fld id="{8C8B385D-DF67-E241-B0BF-76B80A8E743B}" type="slidenum">
              <a:rPr lang="en-US" sz="1000" smtClean="0"/>
              <a:pPr/>
              <a:t>20</a:t>
            </a:fld>
            <a:endParaRPr lang="en-US" sz="1000" dirty="0"/>
          </a:p>
        </p:txBody>
      </p:sp>
    </p:spTree>
    <p:extLst>
      <p:ext uri="{BB962C8B-B14F-4D97-AF65-F5344CB8AC3E}">
        <p14:creationId xmlns:p14="http://schemas.microsoft.com/office/powerpoint/2010/main" val="279196435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10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1000"/>
                                        <p:tgtEl>
                                          <p:spTgt spid="26"/>
                                        </p:tgtEl>
                                      </p:cBhvr>
                                    </p:animEffect>
                                  </p:childTnLst>
                                </p:cTn>
                              </p:par>
                              <p:par>
                                <p:cTn id="19" presetID="9" presetClass="emph" presetSubtype="0" grpId="1" nodeType="withEffect">
                                  <p:stCondLst>
                                    <p:cond delay="0"/>
                                  </p:stCondLst>
                                  <p:childTnLst>
                                    <p:set>
                                      <p:cBhvr rctx="PPT">
                                        <p:cTn id="20" dur="indefinite"/>
                                        <p:tgtEl>
                                          <p:spTgt spid="23"/>
                                        </p:tgtEl>
                                        <p:attrNameLst>
                                          <p:attrName>style.opacity</p:attrName>
                                        </p:attrNameLst>
                                      </p:cBhvr>
                                      <p:to>
                                        <p:strVal val="0.4"/>
                                      </p:to>
                                    </p:set>
                                    <p:animEffect filter="image" prLst="opacity: 0.4">
                                      <p:cBhvr rctx="IE">
                                        <p:cTn id="21" dur="indefinite"/>
                                        <p:tgtEl>
                                          <p:spTgt spid="23"/>
                                        </p:tgtEl>
                                      </p:cBhvr>
                                    </p:animEffect>
                                  </p:childTnLst>
                                </p:cTn>
                              </p:par>
                              <p:par>
                                <p:cTn id="22" presetID="10" presetClass="entr" presetSubtype="0" fill="hold"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1000"/>
                                        <p:tgtEl>
                                          <p:spTgt spid="28"/>
                                        </p:tgtEl>
                                      </p:cBhvr>
                                    </p:animEffect>
                                  </p:childTnLst>
                                </p:cTn>
                              </p:par>
                              <p:par>
                                <p:cTn id="25" presetID="9" presetClass="emph" presetSubtype="0" grpId="1" nodeType="withEffect">
                                  <p:stCondLst>
                                    <p:cond delay="0"/>
                                  </p:stCondLst>
                                  <p:childTnLst>
                                    <p:set>
                                      <p:cBhvr rctx="PPT">
                                        <p:cTn id="26" dur="indefinite"/>
                                        <p:tgtEl>
                                          <p:spTgt spid="25"/>
                                        </p:tgtEl>
                                        <p:attrNameLst>
                                          <p:attrName>style.opacity</p:attrName>
                                        </p:attrNameLst>
                                      </p:cBhvr>
                                      <p:to>
                                        <p:strVal val="0.4"/>
                                      </p:to>
                                    </p:set>
                                    <p:animEffect filter="image" prLst="opacity: 0.4">
                                      <p:cBhvr rctx="IE">
                                        <p:cTn id="27" dur="indefinite"/>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par>
                                <p:cTn id="33" presetID="10"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1000"/>
                                        <p:tgtEl>
                                          <p:spTgt spid="30"/>
                                        </p:tgtEl>
                                      </p:cBhvr>
                                    </p:animEffect>
                                  </p:childTnLst>
                                </p:cTn>
                              </p:par>
                              <p:par>
                                <p:cTn id="36" presetID="9" presetClass="emph" presetSubtype="0" grpId="1" nodeType="withEffect">
                                  <p:stCondLst>
                                    <p:cond delay="0"/>
                                  </p:stCondLst>
                                  <p:childTnLst>
                                    <p:set>
                                      <p:cBhvr rctx="PPT">
                                        <p:cTn id="37" dur="indefinite"/>
                                        <p:tgtEl>
                                          <p:spTgt spid="29"/>
                                        </p:tgtEl>
                                        <p:attrNameLst>
                                          <p:attrName>style.opacity</p:attrName>
                                        </p:attrNameLst>
                                      </p:cBhvr>
                                      <p:to>
                                        <p:strVal val="0.4"/>
                                      </p:to>
                                    </p:set>
                                    <p:animEffect filter="image" prLst="opacity: 0.4">
                                      <p:cBhvr rctx="IE">
                                        <p:cTn id="38" dur="indefinite"/>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4" grpId="0"/>
      <p:bldP spid="25" grpId="0" animBg="1"/>
      <p:bldP spid="25" grpId="1" animBg="1"/>
      <p:bldP spid="26" grpId="0"/>
      <p:bldP spid="29" grpId="0" animBg="1"/>
      <p:bldP spid="29"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05E6F-DB15-2B73-5E95-19AFF72B234F}"/>
              </a:ext>
            </a:extLst>
          </p:cNvPr>
          <p:cNvSpPr>
            <a:spLocks noGrp="1"/>
          </p:cNvSpPr>
          <p:nvPr>
            <p:ph type="title"/>
          </p:nvPr>
        </p:nvSpPr>
        <p:spPr>
          <a:xfrm>
            <a:off x="245962" y="111401"/>
            <a:ext cx="6491633" cy="1004887"/>
          </a:xfrm>
        </p:spPr>
        <p:txBody>
          <a:bodyPr/>
          <a:lstStyle/>
          <a:p>
            <a:r>
              <a:rPr lang="en-US" sz="4400" dirty="0"/>
              <a:t>US Resistance Trends</a:t>
            </a:r>
          </a:p>
        </p:txBody>
      </p:sp>
      <p:sp>
        <p:nvSpPr>
          <p:cNvPr id="3" name="Content Placeholder 2">
            <a:extLst>
              <a:ext uri="{FF2B5EF4-FFF2-40B4-BE49-F238E27FC236}">
                <a16:creationId xmlns:a16="http://schemas.microsoft.com/office/drawing/2014/main" id="{0BD96CA9-5129-BDF5-4E1A-7EBC81650D71}"/>
              </a:ext>
            </a:extLst>
          </p:cNvPr>
          <p:cNvSpPr>
            <a:spLocks noGrp="1"/>
          </p:cNvSpPr>
          <p:nvPr>
            <p:ph sz="quarter" idx="20"/>
          </p:nvPr>
        </p:nvSpPr>
        <p:spPr/>
        <p:txBody>
          <a:bodyPr/>
          <a:lstStyle/>
          <a:p>
            <a:endParaRPr lang="en-US"/>
          </a:p>
        </p:txBody>
      </p:sp>
      <p:sp>
        <p:nvSpPr>
          <p:cNvPr id="4" name="Content Placeholder 3">
            <a:extLst>
              <a:ext uri="{FF2B5EF4-FFF2-40B4-BE49-F238E27FC236}">
                <a16:creationId xmlns:a16="http://schemas.microsoft.com/office/drawing/2014/main" id="{1069F6C7-F652-A29E-4482-6F56A50716CA}"/>
              </a:ext>
            </a:extLst>
          </p:cNvPr>
          <p:cNvSpPr>
            <a:spLocks noGrp="1"/>
          </p:cNvSpPr>
          <p:nvPr>
            <p:ph sz="quarter" idx="21"/>
          </p:nvPr>
        </p:nvSpPr>
        <p:spPr/>
        <p:txBody>
          <a:bodyPr/>
          <a:lstStyle/>
          <a:p>
            <a:endParaRPr lang="en-US"/>
          </a:p>
        </p:txBody>
      </p:sp>
      <p:sp>
        <p:nvSpPr>
          <p:cNvPr id="5" name="Slide Number Placeholder 4">
            <a:extLst>
              <a:ext uri="{FF2B5EF4-FFF2-40B4-BE49-F238E27FC236}">
                <a16:creationId xmlns:a16="http://schemas.microsoft.com/office/drawing/2014/main" id="{CC5E2143-4B38-12FA-C9E8-FFD1C50FEC04}"/>
              </a:ext>
            </a:extLst>
          </p:cNvPr>
          <p:cNvSpPr>
            <a:spLocks noGrp="1"/>
          </p:cNvSpPr>
          <p:nvPr>
            <p:ph type="sldNum" sz="quarter" idx="4"/>
          </p:nvPr>
        </p:nvSpPr>
        <p:spPr/>
        <p:txBody>
          <a:bodyPr/>
          <a:lstStyle/>
          <a:p>
            <a:fld id="{8C8B385D-DF67-E241-B0BF-76B80A8E743B}" type="slidenum">
              <a:rPr lang="en-US" smtClean="0"/>
              <a:pPr/>
              <a:t>21</a:t>
            </a:fld>
            <a:endParaRPr lang="en-US" dirty="0"/>
          </a:p>
        </p:txBody>
      </p:sp>
      <p:pic>
        <p:nvPicPr>
          <p:cNvPr id="1026" name="Picture 2" descr="Antimicrobial Resistance threats in the United States table shows change in rates and number of infections from 2019 to 2022.">
            <a:extLst>
              <a:ext uri="{FF2B5EF4-FFF2-40B4-BE49-F238E27FC236}">
                <a16:creationId xmlns:a16="http://schemas.microsoft.com/office/drawing/2014/main" id="{3172ECEF-507D-C965-78FB-A01EEF5D98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725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0F6C3E7-28F6-10B8-66F2-6323781ACF12}"/>
              </a:ext>
            </a:extLst>
          </p:cNvPr>
          <p:cNvSpPr txBox="1"/>
          <p:nvPr/>
        </p:nvSpPr>
        <p:spPr>
          <a:xfrm>
            <a:off x="2828925" y="6592611"/>
            <a:ext cx="8858250" cy="246221"/>
          </a:xfrm>
          <a:prstGeom prst="rect">
            <a:avLst/>
          </a:prstGeom>
          <a:noFill/>
        </p:spPr>
        <p:txBody>
          <a:bodyPr wrap="square" rtlCol="0">
            <a:spAutoFit/>
          </a:bodyPr>
          <a:lstStyle/>
          <a:p>
            <a:r>
              <a:rPr lang="en-US" sz="1000" dirty="0"/>
              <a:t>Reference: </a:t>
            </a:r>
            <a:r>
              <a:rPr lang="en-US" sz="1000" dirty="0">
                <a:solidFill>
                  <a:srgbClr val="0078C1"/>
                </a:solidFill>
                <a:hlinkClick r:id="rId4">
                  <a:extLst>
                    <a:ext uri="{A12FA001-AC4F-418D-AE19-62706E023703}">
                      <ahyp:hlinkClr xmlns:ahyp="http://schemas.microsoft.com/office/drawing/2018/hyperlinkcolor" val="tx"/>
                    </a:ext>
                  </a:extLst>
                </a:hlinkClick>
              </a:rPr>
              <a:t>Antimicrobial Resistance Threats in the United States, 2021-2022 | Antimicrobial Resistance | CDC</a:t>
            </a:r>
            <a:endParaRPr lang="en-US" sz="1000" dirty="0"/>
          </a:p>
        </p:txBody>
      </p:sp>
    </p:spTree>
    <p:extLst>
      <p:ext uri="{BB962C8B-B14F-4D97-AF65-F5344CB8AC3E}">
        <p14:creationId xmlns:p14="http://schemas.microsoft.com/office/powerpoint/2010/main" val="4126303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48340-C758-9853-F3D8-95AEABB5E175}"/>
              </a:ext>
            </a:extLst>
          </p:cNvPr>
          <p:cNvSpPr>
            <a:spLocks noGrp="1"/>
          </p:cNvSpPr>
          <p:nvPr>
            <p:ph type="title"/>
          </p:nvPr>
        </p:nvSpPr>
        <p:spPr>
          <a:xfrm>
            <a:off x="446993" y="308591"/>
            <a:ext cx="6491633" cy="1004887"/>
          </a:xfrm>
        </p:spPr>
        <p:txBody>
          <a:bodyPr/>
          <a:lstStyle/>
          <a:p>
            <a:r>
              <a:rPr lang="en-US" sz="4400" dirty="0"/>
              <a:t>Definition CAP Severity</a:t>
            </a:r>
          </a:p>
        </p:txBody>
      </p:sp>
      <p:sp>
        <p:nvSpPr>
          <p:cNvPr id="5" name="Slide Number Placeholder 4">
            <a:extLst>
              <a:ext uri="{FF2B5EF4-FFF2-40B4-BE49-F238E27FC236}">
                <a16:creationId xmlns:a16="http://schemas.microsoft.com/office/drawing/2014/main" id="{21E4AD2C-E2F6-B8F0-E8AE-361BF9895966}"/>
              </a:ext>
            </a:extLst>
          </p:cNvPr>
          <p:cNvSpPr>
            <a:spLocks noGrp="1"/>
          </p:cNvSpPr>
          <p:nvPr>
            <p:ph type="sldNum" sz="quarter" idx="4"/>
          </p:nvPr>
        </p:nvSpPr>
        <p:spPr/>
        <p:txBody>
          <a:bodyPr/>
          <a:lstStyle/>
          <a:p>
            <a:fld id="{8C8B385D-DF67-E241-B0BF-76B80A8E743B}" type="slidenum">
              <a:rPr lang="en-US" smtClean="0"/>
              <a:pPr/>
              <a:t>22</a:t>
            </a:fld>
            <a:endParaRPr lang="en-US" dirty="0"/>
          </a:p>
        </p:txBody>
      </p:sp>
      <p:pic>
        <p:nvPicPr>
          <p:cNvPr id="9" name="Picture 8">
            <a:extLst>
              <a:ext uri="{FF2B5EF4-FFF2-40B4-BE49-F238E27FC236}">
                <a16:creationId xmlns:a16="http://schemas.microsoft.com/office/drawing/2014/main" id="{E8A1AB3D-C085-0159-1413-953910033499}"/>
              </a:ext>
            </a:extLst>
          </p:cNvPr>
          <p:cNvPicPr>
            <a:picLocks noChangeAspect="1"/>
          </p:cNvPicPr>
          <p:nvPr/>
        </p:nvPicPr>
        <p:blipFill>
          <a:blip r:embed="rId2"/>
          <a:stretch>
            <a:fillRect/>
          </a:stretch>
        </p:blipFill>
        <p:spPr>
          <a:xfrm>
            <a:off x="229779" y="1478721"/>
            <a:ext cx="8898038" cy="4174706"/>
          </a:xfrm>
          <a:prstGeom prst="rect">
            <a:avLst/>
          </a:prstGeom>
        </p:spPr>
      </p:pic>
    </p:spTree>
    <p:extLst>
      <p:ext uri="{BB962C8B-B14F-4D97-AF65-F5344CB8AC3E}">
        <p14:creationId xmlns:p14="http://schemas.microsoft.com/office/powerpoint/2010/main" val="921585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A0572-EFDD-CC7B-BAB8-799E2E822AAE}"/>
              </a:ext>
            </a:extLst>
          </p:cNvPr>
          <p:cNvSpPr>
            <a:spLocks noGrp="1"/>
          </p:cNvSpPr>
          <p:nvPr>
            <p:ph type="title"/>
          </p:nvPr>
        </p:nvSpPr>
        <p:spPr>
          <a:xfrm>
            <a:off x="361950" y="2673626"/>
            <a:ext cx="3810000" cy="1004887"/>
          </a:xfrm>
        </p:spPr>
        <p:txBody>
          <a:bodyPr/>
          <a:lstStyle/>
          <a:p>
            <a:r>
              <a:rPr lang="en-US" sz="4000" dirty="0"/>
              <a:t>MRSA Nasal Screening in Pneumonia</a:t>
            </a:r>
          </a:p>
        </p:txBody>
      </p:sp>
      <p:sp>
        <p:nvSpPr>
          <p:cNvPr id="5" name="Slide Number Placeholder 4">
            <a:extLst>
              <a:ext uri="{FF2B5EF4-FFF2-40B4-BE49-F238E27FC236}">
                <a16:creationId xmlns:a16="http://schemas.microsoft.com/office/drawing/2014/main" id="{423D9D4E-B4CE-6DEC-8B8A-7D1E9DBEFA4E}"/>
              </a:ext>
            </a:extLst>
          </p:cNvPr>
          <p:cNvSpPr>
            <a:spLocks noGrp="1"/>
          </p:cNvSpPr>
          <p:nvPr>
            <p:ph type="sldNum" sz="quarter" idx="4"/>
          </p:nvPr>
        </p:nvSpPr>
        <p:spPr/>
        <p:txBody>
          <a:bodyPr/>
          <a:lstStyle/>
          <a:p>
            <a:fld id="{8C8B385D-DF67-E241-B0BF-76B80A8E743B}" type="slidenum">
              <a:rPr lang="en-US" smtClean="0"/>
              <a:pPr/>
              <a:t>23</a:t>
            </a:fld>
            <a:endParaRPr lang="en-US" dirty="0"/>
          </a:p>
        </p:txBody>
      </p:sp>
      <p:pic>
        <p:nvPicPr>
          <p:cNvPr id="2050" name="Picture 2">
            <a:extLst>
              <a:ext uri="{FF2B5EF4-FFF2-40B4-BE49-F238E27FC236}">
                <a16:creationId xmlns:a16="http://schemas.microsoft.com/office/drawing/2014/main" id="{1FEF75F8-F811-3267-AC05-E1B97DE80F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583"/>
          <a:stretch/>
        </p:blipFill>
        <p:spPr bwMode="auto">
          <a:xfrm>
            <a:off x="3457575" y="77958"/>
            <a:ext cx="5591175" cy="6668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613357"/>
      </p:ext>
    </p:extLst>
  </p:cSld>
  <p:clrMapOvr>
    <a:masterClrMapping/>
  </p:clrMapOvr>
</p:sld>
</file>

<file path=ppt/theme/theme1.xml><?xml version="1.0" encoding="utf-8"?>
<a:theme xmlns:a="http://schemas.openxmlformats.org/drawingml/2006/main" name="Title - Basic Gradient">
  <a:themeElements>
    <a:clrScheme name="KP PPT Palette">
      <a:dk1>
        <a:srgbClr val="000000"/>
      </a:dk1>
      <a:lt1>
        <a:srgbClr val="FFFFFF"/>
      </a:lt1>
      <a:dk2>
        <a:srgbClr val="003B71"/>
      </a:dk2>
      <a:lt2>
        <a:srgbClr val="E7E6E6"/>
      </a:lt2>
      <a:accent1>
        <a:srgbClr val="0078B3"/>
      </a:accent1>
      <a:accent2>
        <a:srgbClr val="559D37"/>
      </a:accent2>
      <a:accent3>
        <a:srgbClr val="E6762F"/>
      </a:accent3>
      <a:accent4>
        <a:srgbClr val="CE5778"/>
      </a:accent4>
      <a:accent5>
        <a:srgbClr val="40A2A0"/>
      </a:accent5>
      <a:accent6>
        <a:srgbClr val="906DAB"/>
      </a:accent6>
      <a:hlink>
        <a:srgbClr val="0078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 Photo">
  <a:themeElements>
    <a:clrScheme name="KP PPT Palette">
      <a:dk1>
        <a:srgbClr val="000000"/>
      </a:dk1>
      <a:lt1>
        <a:srgbClr val="FFFFFF"/>
      </a:lt1>
      <a:dk2>
        <a:srgbClr val="003B71"/>
      </a:dk2>
      <a:lt2>
        <a:srgbClr val="E7E6E6"/>
      </a:lt2>
      <a:accent1>
        <a:srgbClr val="0078B3"/>
      </a:accent1>
      <a:accent2>
        <a:srgbClr val="559D37"/>
      </a:accent2>
      <a:accent3>
        <a:srgbClr val="E6762F"/>
      </a:accent3>
      <a:accent4>
        <a:srgbClr val="CE5778"/>
      </a:accent4>
      <a:accent5>
        <a:srgbClr val="40A2A0"/>
      </a:accent5>
      <a:accent6>
        <a:srgbClr val="906DAB"/>
      </a:accent6>
      <a:hlink>
        <a:srgbClr val="0078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ransition">
  <a:themeElements>
    <a:clrScheme name="KP PPT Palette">
      <a:dk1>
        <a:srgbClr val="000000"/>
      </a:dk1>
      <a:lt1>
        <a:srgbClr val="FFFFFF"/>
      </a:lt1>
      <a:dk2>
        <a:srgbClr val="003B71"/>
      </a:dk2>
      <a:lt2>
        <a:srgbClr val="E7E6E6"/>
      </a:lt2>
      <a:accent1>
        <a:srgbClr val="0078B3"/>
      </a:accent1>
      <a:accent2>
        <a:srgbClr val="559D37"/>
      </a:accent2>
      <a:accent3>
        <a:srgbClr val="E6762F"/>
      </a:accent3>
      <a:accent4>
        <a:srgbClr val="CE5778"/>
      </a:accent4>
      <a:accent5>
        <a:srgbClr val="40A2A0"/>
      </a:accent5>
      <a:accent6>
        <a:srgbClr val="906DAB"/>
      </a:accent6>
      <a:hlink>
        <a:srgbClr val="0078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itle - Texture Gradient">
  <a:themeElements>
    <a:clrScheme name="KP PPT Palette">
      <a:dk1>
        <a:srgbClr val="000000"/>
      </a:dk1>
      <a:lt1>
        <a:srgbClr val="FFFFFF"/>
      </a:lt1>
      <a:dk2>
        <a:srgbClr val="003B71"/>
      </a:dk2>
      <a:lt2>
        <a:srgbClr val="E7E6E6"/>
      </a:lt2>
      <a:accent1>
        <a:srgbClr val="0078B3"/>
      </a:accent1>
      <a:accent2>
        <a:srgbClr val="559D37"/>
      </a:accent2>
      <a:accent3>
        <a:srgbClr val="E6762F"/>
      </a:accent3>
      <a:accent4>
        <a:srgbClr val="CE5778"/>
      </a:accent4>
      <a:accent5>
        <a:srgbClr val="40A2A0"/>
      </a:accent5>
      <a:accent6>
        <a:srgbClr val="906DAB"/>
      </a:accent6>
      <a:hlink>
        <a:srgbClr val="0078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itle - Basic Solid">
  <a:themeElements>
    <a:clrScheme name="KP PPT Palette">
      <a:dk1>
        <a:srgbClr val="000000"/>
      </a:dk1>
      <a:lt1>
        <a:srgbClr val="FFFFFF"/>
      </a:lt1>
      <a:dk2>
        <a:srgbClr val="003B71"/>
      </a:dk2>
      <a:lt2>
        <a:srgbClr val="E7E6E6"/>
      </a:lt2>
      <a:accent1>
        <a:srgbClr val="0078B3"/>
      </a:accent1>
      <a:accent2>
        <a:srgbClr val="559D37"/>
      </a:accent2>
      <a:accent3>
        <a:srgbClr val="E6762F"/>
      </a:accent3>
      <a:accent4>
        <a:srgbClr val="CE5778"/>
      </a:accent4>
      <a:accent5>
        <a:srgbClr val="40A2A0"/>
      </a:accent5>
      <a:accent6>
        <a:srgbClr val="906DAB"/>
      </a:accent6>
      <a:hlink>
        <a:srgbClr val="0078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ontent">
  <a:themeElements>
    <a:clrScheme name="KP PPT Palette">
      <a:dk1>
        <a:srgbClr val="000000"/>
      </a:dk1>
      <a:lt1>
        <a:srgbClr val="FFFFFF"/>
      </a:lt1>
      <a:dk2>
        <a:srgbClr val="003B71"/>
      </a:dk2>
      <a:lt2>
        <a:srgbClr val="E7E6E6"/>
      </a:lt2>
      <a:accent1>
        <a:srgbClr val="0078B3"/>
      </a:accent1>
      <a:accent2>
        <a:srgbClr val="559D37"/>
      </a:accent2>
      <a:accent3>
        <a:srgbClr val="E6762F"/>
      </a:accent3>
      <a:accent4>
        <a:srgbClr val="CE5778"/>
      </a:accent4>
      <a:accent5>
        <a:srgbClr val="40A2A0"/>
      </a:accent5>
      <a:accent6>
        <a:srgbClr val="906DAB"/>
      </a:accent6>
      <a:hlink>
        <a:srgbClr val="0078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Full Blank Slide">
  <a:themeElements>
    <a:clrScheme name="KP PPT Palette">
      <a:dk1>
        <a:srgbClr val="000000"/>
      </a:dk1>
      <a:lt1>
        <a:srgbClr val="FFFFFF"/>
      </a:lt1>
      <a:dk2>
        <a:srgbClr val="003B71"/>
      </a:dk2>
      <a:lt2>
        <a:srgbClr val="E7E6E6"/>
      </a:lt2>
      <a:accent1>
        <a:srgbClr val="0078B3"/>
      </a:accent1>
      <a:accent2>
        <a:srgbClr val="559D37"/>
      </a:accent2>
      <a:accent3>
        <a:srgbClr val="E6762F"/>
      </a:accent3>
      <a:accent4>
        <a:srgbClr val="CE5778"/>
      </a:accent4>
      <a:accent5>
        <a:srgbClr val="40A2A0"/>
      </a:accent5>
      <a:accent6>
        <a:srgbClr val="906DAB"/>
      </a:accent6>
      <a:hlink>
        <a:srgbClr val="0078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A06473896A5941B8443418A39AEC2F" ma:contentTypeVersion="15" ma:contentTypeDescription="Create a new document." ma:contentTypeScope="" ma:versionID="26efeb30e26da3d5999637b1fb8815fc">
  <xsd:schema xmlns:xsd="http://www.w3.org/2001/XMLSchema" xmlns:xs="http://www.w3.org/2001/XMLSchema" xmlns:p="http://schemas.microsoft.com/office/2006/metadata/properties" xmlns:ns3="f74464e9-a978-4b9d-8852-cbe806505aeb" xmlns:ns4="559ef359-b5bc-4362-91a9-9f1b5e88969d" targetNamespace="http://schemas.microsoft.com/office/2006/metadata/properties" ma:root="true" ma:fieldsID="8e34a4ff853c6edd2c0ecdfe6d4fc71b" ns3:_="" ns4:_="">
    <xsd:import namespace="f74464e9-a978-4b9d-8852-cbe806505aeb"/>
    <xsd:import namespace="559ef359-b5bc-4362-91a9-9f1b5e88969d"/>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LengthInSeconds" minOccurs="0"/>
                <xsd:element ref="ns3:_activity" minOccurs="0"/>
                <xsd:element ref="ns3:MediaServiceOCR" minOccurs="0"/>
                <xsd:element ref="ns3:MediaServiceGenerationTime" minOccurs="0"/>
                <xsd:element ref="ns3:MediaServiceEventHashCode"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4464e9-a978-4b9d-8852-cbe806505aeb"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_activity" ma:index="17" nillable="true" ma:displayName="_activity" ma:hidden="true" ma:internalName="_activity">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59ef359-b5bc-4362-91a9-9f1b5e88969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f74464e9-a978-4b9d-8852-cbe806505aeb" xsi:nil="true"/>
  </documentManagement>
</p:properties>
</file>

<file path=customXml/itemProps1.xml><?xml version="1.0" encoding="utf-8"?>
<ds:datastoreItem xmlns:ds="http://schemas.openxmlformats.org/officeDocument/2006/customXml" ds:itemID="{6839945A-B03E-4F86-9B71-E4E3E5A9B3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4464e9-a978-4b9d-8852-cbe806505aeb"/>
    <ds:schemaRef ds:uri="559ef359-b5bc-4362-91a9-9f1b5e88969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E564B21-D38D-4F3E-AFE5-C92792AC5C9A}">
  <ds:schemaRefs>
    <ds:schemaRef ds:uri="http://schemas.microsoft.com/sharepoint/v3/contenttype/forms"/>
  </ds:schemaRefs>
</ds:datastoreItem>
</file>

<file path=customXml/itemProps3.xml><?xml version="1.0" encoding="utf-8"?>
<ds:datastoreItem xmlns:ds="http://schemas.openxmlformats.org/officeDocument/2006/customXml" ds:itemID="{106466F3-FB2F-404B-B998-A016CABB8D46}">
  <ds:schemaRefs>
    <ds:schemaRef ds:uri="http://schemas.microsoft.com/office/infopath/2007/PartnerControls"/>
    <ds:schemaRef ds:uri="http://purl.org/dc/terms/"/>
    <ds:schemaRef ds:uri="http://purl.org/dc/dcmitype/"/>
    <ds:schemaRef ds:uri="http://schemas.microsoft.com/office/2006/documentManagement/types"/>
    <ds:schemaRef ds:uri="http://purl.org/dc/elements/1.1/"/>
    <ds:schemaRef ds:uri="f74464e9-a978-4b9d-8852-cbe806505aeb"/>
    <ds:schemaRef ds:uri="http://www.w3.org/XML/1998/namespace"/>
    <ds:schemaRef ds:uri="http://schemas.openxmlformats.org/package/2006/metadata/core-properties"/>
    <ds:schemaRef ds:uri="559ef359-b5bc-4362-91a9-9f1b5e88969d"/>
    <ds:schemaRef ds:uri="http://schemas.microsoft.com/office/2006/metadata/properties"/>
  </ds:schemaRefs>
</ds:datastoreItem>
</file>

<file path=docMetadata/LabelInfo.xml><?xml version="1.0" encoding="utf-8"?>
<clbl:labelList xmlns:clbl="http://schemas.microsoft.com/office/2020/mipLabelMetadata">
  <clbl:label id="{3f8a7bc4-e337-47a5-a0fc-0d512c0e05f1}" enabled="0" method="" siteId="{3f8a7bc4-e337-47a5-a0fc-0d512c0e05f1}" removed="1"/>
</clbl:labelList>
</file>

<file path=docProps/app.xml><?xml version="1.0" encoding="utf-8"?>
<Properties xmlns="http://schemas.openxmlformats.org/officeDocument/2006/extended-properties" xmlns:vt="http://schemas.openxmlformats.org/officeDocument/2006/docPropsVTypes">
  <Template>Office Theme</Template>
  <TotalTime>65190</TotalTime>
  <Words>2278</Words>
  <Application>Microsoft Office PowerPoint</Application>
  <PresentationFormat>On-screen Show (4:3)</PresentationFormat>
  <Paragraphs>215</Paragraphs>
  <Slides>23</Slides>
  <Notes>16</Notes>
  <HiddenSlides>0</HiddenSlides>
  <MMClips>0</MMClips>
  <ScaleCrop>false</ScaleCrop>
  <HeadingPairs>
    <vt:vector size="6" baseType="variant">
      <vt:variant>
        <vt:lpstr>Fonts Used</vt:lpstr>
      </vt:variant>
      <vt:variant>
        <vt:i4>4</vt:i4>
      </vt:variant>
      <vt:variant>
        <vt:lpstr>Theme</vt:lpstr>
      </vt:variant>
      <vt:variant>
        <vt:i4>7</vt:i4>
      </vt:variant>
      <vt:variant>
        <vt:lpstr>Slide Titles</vt:lpstr>
      </vt:variant>
      <vt:variant>
        <vt:i4>23</vt:i4>
      </vt:variant>
    </vt:vector>
  </HeadingPairs>
  <TitlesOfParts>
    <vt:vector size="34" baseType="lpstr">
      <vt:lpstr>Arial</vt:lpstr>
      <vt:lpstr>Calibri</vt:lpstr>
      <vt:lpstr>Times New Roman</vt:lpstr>
      <vt:lpstr>Wingdings</vt:lpstr>
      <vt:lpstr>Title - Basic Gradient</vt:lpstr>
      <vt:lpstr>Title - Photo</vt:lpstr>
      <vt:lpstr>Transition</vt:lpstr>
      <vt:lpstr>Title - Texture Gradient</vt:lpstr>
      <vt:lpstr>Title - Basic Solid</vt:lpstr>
      <vt:lpstr>Content</vt:lpstr>
      <vt:lpstr>Full Blank Slide</vt:lpstr>
      <vt:lpstr>MRSA Surveillance Culture and  Vancomycin IV for Pneumonia</vt:lpstr>
      <vt:lpstr>PowerPoint Presentation</vt:lpstr>
      <vt:lpstr>PowerPoint Presentation</vt:lpstr>
      <vt:lpstr>Situation Cont. </vt:lpstr>
      <vt:lpstr>PowerPoint Presentation</vt:lpstr>
      <vt:lpstr>PowerPoint Presentation</vt:lpstr>
      <vt:lpstr>PowerPoint Presentation</vt:lpstr>
      <vt:lpstr>Assessment Cont.</vt:lpstr>
      <vt:lpstr>PowerPoint Presentation</vt:lpstr>
      <vt:lpstr>Assessment Cont.</vt:lpstr>
      <vt:lpstr>PowerPoint Presentation</vt:lpstr>
      <vt:lpstr>PowerPoint Presentation</vt:lpstr>
      <vt:lpstr>Assessment Cont.</vt:lpstr>
      <vt:lpstr>Assessment Cont.</vt:lpstr>
      <vt:lpstr>Conclusions/Recommendations</vt:lpstr>
      <vt:lpstr>In which of the following patients would empiric anti-MRSA coverage be reasonable or indicated?</vt:lpstr>
      <vt:lpstr>In which of the following patients would empiric anti-MRSA coverage be reasonable or indicated?</vt:lpstr>
      <vt:lpstr>Questions??</vt:lpstr>
      <vt:lpstr>PowerPoint Presentation</vt:lpstr>
      <vt:lpstr>PowerPoint Presentation</vt:lpstr>
      <vt:lpstr>US Resistance Trends</vt:lpstr>
      <vt:lpstr>Definition CAP Severity</vt:lpstr>
      <vt:lpstr>MRSA Nasal Screening in Pneumonia</vt:lpstr>
    </vt:vector>
  </TitlesOfParts>
  <Manager/>
  <Company>Kaiser Permanente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Frances X. Wong</dc:creator>
  <cp:keywords/>
  <dc:description/>
  <cp:lastModifiedBy>Sara A. Sirajuddin</cp:lastModifiedBy>
  <cp:revision>580</cp:revision>
  <cp:lastPrinted>2017-08-04T21:26:58Z</cp:lastPrinted>
  <dcterms:created xsi:type="dcterms:W3CDTF">2017-05-09T20:35:20Z</dcterms:created>
  <dcterms:modified xsi:type="dcterms:W3CDTF">2024-09-24T22:55:24Z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0x01010070A06473896A5941B8443418A39AEC2F</vt:lpwstr>
  </property>
</Properties>
</file>