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1" d="100"/>
          <a:sy n="71" d="100"/>
        </p:scale>
        <p:origin x="2052" y="1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D243B-C14C-4D68-A67E-C82C87EE949D}" type="datetimeFigureOut">
              <a:rPr lang="en-US" smtClean="0"/>
              <a:t>5/11/2015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34BE6-B4A7-4A81-9FE6-FDBFB398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036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D243B-C14C-4D68-A67E-C82C87EE949D}" type="datetimeFigureOut">
              <a:rPr lang="en-US" smtClean="0"/>
              <a:t>5/11/2015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34BE6-B4A7-4A81-9FE6-FDBFB398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436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D243B-C14C-4D68-A67E-C82C87EE949D}" type="datetimeFigureOut">
              <a:rPr lang="en-US" smtClean="0"/>
              <a:t>5/11/2015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34BE6-B4A7-4A81-9FE6-FDBFB398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042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D243B-C14C-4D68-A67E-C82C87EE949D}" type="datetimeFigureOut">
              <a:rPr lang="en-US" smtClean="0"/>
              <a:t>5/11/2015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34BE6-B4A7-4A81-9FE6-FDBFB398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15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D243B-C14C-4D68-A67E-C82C87EE949D}" type="datetimeFigureOut">
              <a:rPr lang="en-US" smtClean="0"/>
              <a:t>5/11/2015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34BE6-B4A7-4A81-9FE6-FDBFB398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06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D243B-C14C-4D68-A67E-C82C87EE949D}" type="datetimeFigureOut">
              <a:rPr lang="en-US" smtClean="0"/>
              <a:t>5/11/2015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34BE6-B4A7-4A81-9FE6-FDBFB398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256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D243B-C14C-4D68-A67E-C82C87EE949D}" type="datetimeFigureOut">
              <a:rPr lang="en-US" smtClean="0"/>
              <a:t>5/11/2015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34BE6-B4A7-4A81-9FE6-FDBFB398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315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D243B-C14C-4D68-A67E-C82C87EE949D}" type="datetimeFigureOut">
              <a:rPr lang="en-US" smtClean="0"/>
              <a:t>5/11/2015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34BE6-B4A7-4A81-9FE6-FDBFB398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71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D243B-C14C-4D68-A67E-C82C87EE949D}" type="datetimeFigureOut">
              <a:rPr lang="en-US" smtClean="0"/>
              <a:t>5/11/2015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34BE6-B4A7-4A81-9FE6-FDBFB398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424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D243B-C14C-4D68-A67E-C82C87EE949D}" type="datetimeFigureOut">
              <a:rPr lang="en-US" smtClean="0"/>
              <a:t>5/11/2015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34BE6-B4A7-4A81-9FE6-FDBFB398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672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D243B-C14C-4D68-A67E-C82C87EE949D}" type="datetimeFigureOut">
              <a:rPr lang="en-US" smtClean="0"/>
              <a:t>5/11/2015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A34BE6-B4A7-4A81-9FE6-FDBFB398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47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D243B-C14C-4D68-A67E-C82C87EE949D}" type="datetimeFigureOut">
              <a:rPr lang="en-US" smtClean="0"/>
              <a:t>5/11/2015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34BE6-B4A7-4A81-9FE6-FDBFB3981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42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9853" t="27189" r="49412" b="4183"/>
          <a:stretch/>
        </p:blipFill>
        <p:spPr>
          <a:xfrm>
            <a:off x="3039035" y="188258"/>
            <a:ext cx="5620869" cy="656216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84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Kaiser Permanente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Nathan Carlson</dc:creator>
  <cp:lastModifiedBy>Nathan Carlson</cp:lastModifiedBy>
  <cp:revision>1</cp:revision>
  <dcterms:created xsi:type="dcterms:W3CDTF">2015-05-11T18:07:49Z</dcterms:created>
  <dcterms:modified xsi:type="dcterms:W3CDTF">2015-05-11T18:08:13Z</dcterms:modified>
</cp:coreProperties>
</file>