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23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3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3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7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6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7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6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6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3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12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FF3B7-95B9-45EA-A091-65961FE7E10B}" type="datetimeFigureOut">
              <a:rPr lang="en-US" smtClean="0"/>
              <a:t>4/26/2019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51F9F-C3B2-477B-8396-C373C0B0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5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BE5640F-97E9-4215-A9F1-2577A95B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97334"/>
            <a:ext cx="4498181" cy="418853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</a:t>
            </a:r>
          </a:p>
          <a:p>
            <a:r>
              <a:rPr lang="en-US" dirty="0"/>
              <a:t>                    BEHAVIORAL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B7A6729-CA7F-4EA0-A0BE-78D1209BB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5895" y="1259331"/>
            <a:ext cx="4243750" cy="5588398"/>
          </a:xfrm>
        </p:spPr>
        <p:txBody>
          <a:bodyPr>
            <a:normAutofit fontScale="85000" lnSpcReduction="20000"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Restraint for the management of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violent or self-destructive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that jeopardizes physical safety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patient or staff.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SOFT or HARD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restraints</a:t>
            </a:r>
          </a:p>
          <a:p>
            <a:pPr lvl="1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Nurses can go least restrictive on the restraints not more restrictive. Meaning, if the order if for HARD restraints they CAN place the patient in soft. They CANNOT put a patient in hard restraints with an order for soft restraints. </a:t>
            </a:r>
          </a:p>
          <a:p>
            <a:pPr lvl="1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q15m by nursing.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2 or 4 point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order 2 point, but now the patient needs 4 point, you MUST reorder a 4 point restraint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physical makeup of the patient. A 26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psychotic male is not going to use bilateral soft restraints, they will require hard restraints either 2 or 4 point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face-to-face assessment: within 1 hour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Expiration: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hours for adults 18 years or older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hours for children 9-17 years old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hour for children 8 years or less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to order expiration, the RN must contact MD for a renewal order if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continues to meet criteria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patient remains in behavioral restraints 24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the original (initial) restraint order, the MD must conduct a face-to-face re-evaluation prior to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order.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840CDBF6-AE7B-4F21-991D-4FCAB5A91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94581" y="868410"/>
            <a:ext cx="4645819" cy="471030"/>
          </a:xfrm>
        </p:spPr>
        <p:txBody>
          <a:bodyPr>
            <a:normAutofit/>
          </a:bodyPr>
          <a:lstStyle/>
          <a:p>
            <a:r>
              <a:rPr lang="en-US" dirty="0"/>
              <a:t>                       CLINICAL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E3A75DB-D44D-42C6-8369-88166EB1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433071"/>
            <a:ext cx="4514850" cy="524091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Restraint for the management of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non-violent behavior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jeopardizing care (pulling at tubes or lines)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fall precaution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restraints ONLY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 </a:t>
            </a:r>
            <a:r>
              <a:rPr lang="en-US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poseys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’/vests)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ONLY be 2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</a:p>
          <a:p>
            <a:pPr lvl="1"/>
            <a:r>
              <a:rPr lang="en-US" sz="1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clinical indication for 4 point clinical restraints!</a:t>
            </a:r>
          </a:p>
          <a:p>
            <a:pPr lvl="1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Assessed every 2 hours nursing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face-to-face assessment: ASAP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Length/Expiration: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Calendar Day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(Select Daily).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Expiration: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to order expiration, the RN must contact MD for a renewal order if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continues to meet criteria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118208" y="424897"/>
            <a:ext cx="2938982" cy="48671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patients’ behavior violent?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280095" y="868410"/>
            <a:ext cx="715048" cy="1628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400374" y="896155"/>
            <a:ext cx="531039" cy="2077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52400" y="32756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327304" y="-142317"/>
            <a:ext cx="47941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65463" algn="l"/>
              </a:tabLs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Restraint orders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152400" y="609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065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65463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1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233F17C484D84597FA8311519C6174" ma:contentTypeVersion="10" ma:contentTypeDescription="Create a new document." ma:contentTypeScope="" ma:versionID="eb37e8a56214f0538d2f3608b8a43e83">
  <xsd:schema xmlns:xsd="http://www.w3.org/2001/XMLSchema" xmlns:xs="http://www.w3.org/2001/XMLSchema" xmlns:p="http://schemas.microsoft.com/office/2006/metadata/properties" xmlns:ns2="161e702b-152d-4268-8402-87e71971cffb" xmlns:ns3="8a995d17-b4dc-4177-aba0-bd1de1f6015d" targetNamespace="http://schemas.microsoft.com/office/2006/metadata/properties" ma:root="true" ma:fieldsID="fe130d4eed3c035991dc83e116f426b6" ns2:_="" ns3:_="">
    <xsd:import namespace="161e702b-152d-4268-8402-87e71971cffb"/>
    <xsd:import namespace="8a995d17-b4dc-4177-aba0-bd1de1f601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e702b-152d-4268-8402-87e71971cf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9112196-7e5b-431e-8fea-f50fb91bcef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995d17-b4dc-4177-aba0-bd1de1f601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894ebc3-7d6a-48a8-aacd-c022cb0f30e1}" ma:internalName="TaxCatchAll" ma:showField="CatchAllData" ma:web="8a995d17-b4dc-4177-aba0-bd1de1f601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995d17-b4dc-4177-aba0-bd1de1f6015d" xsi:nil="true"/>
    <lcf76f155ced4ddcb4097134ff3c332f xmlns="161e702b-152d-4268-8402-87e71971cff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18288D1-397E-4F9B-9085-48AFB5849C14}"/>
</file>

<file path=customXml/itemProps2.xml><?xml version="1.0" encoding="utf-8"?>
<ds:datastoreItem xmlns:ds="http://schemas.openxmlformats.org/officeDocument/2006/customXml" ds:itemID="{9B80424F-F435-440F-B10D-C4712C589B51}"/>
</file>

<file path=customXml/itemProps3.xml><?xml version="1.0" encoding="utf-8"?>
<ds:datastoreItem xmlns:ds="http://schemas.openxmlformats.org/officeDocument/2006/customXml" ds:itemID="{7371D02E-BE29-463B-9D83-207F905594D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</TotalTime>
  <Words>322</Words>
  <Application>Microsoft Office PowerPoint</Application>
  <PresentationFormat>On-screen Show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Restraint Orders</dc:title>
  <dc:creator>Sonya Sandhu</dc:creator>
  <cp:lastModifiedBy>Kari L. Gaston</cp:lastModifiedBy>
  <cp:revision>11</cp:revision>
  <dcterms:created xsi:type="dcterms:W3CDTF">2018-02-01T18:26:09Z</dcterms:created>
  <dcterms:modified xsi:type="dcterms:W3CDTF">2019-04-26T23:34:49Z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0x01010069233F17C484D84597FA8311519C6174</vt:lpwstr>
  </property>
</Properties>
</file>