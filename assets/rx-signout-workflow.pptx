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2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2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5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8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1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8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2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B6D1B-2F1A-4922-B95D-6B2D320B650B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32B11-71CC-42BC-9F96-8737EB30B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35726" y="417882"/>
            <a:ext cx="465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Prescription Pad Sign-Out Workflow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48909" y="1216562"/>
            <a:ext cx="1107675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physician will requests a new prescription pad from </a:t>
            </a:r>
            <a:r>
              <a:rPr lang="en-US" dirty="0" smtClean="0"/>
              <a:t>the </a:t>
            </a:r>
            <a:r>
              <a:rPr lang="en-US" smtClean="0"/>
              <a:t>Unit Manager</a:t>
            </a:r>
            <a:r>
              <a:rPr lang="en-US" smtClean="0"/>
              <a:t>, </a:t>
            </a:r>
            <a:r>
              <a:rPr lang="en-US" dirty="0" smtClean="0"/>
              <a:t>a Charge Nurse or an ACD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That person will go to the lock box in the physician suite and enter code to unlock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Using the key, the c-locker will be opened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single prescription pad from the requesting physicians stock will be 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prescription pad will be signed out using the prescription log in the c-locker: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physicians log will be located in the black 3-ring binder in the c-locker (all logs are filed alphabetically)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person dispensing the prescription pad will: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Match the prescription pad being removed to the inventory information on the left hand side of the log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On the correct line they will fill in: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 smtClean="0"/>
              <a:t> the date the prescription pad is being given out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 smtClean="0"/>
              <a:t>Have the provider sign the for prescription pad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 smtClean="0"/>
              <a:t>Sign as the witness dispensing the pad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3-ring binder is to be placed back in the c-locker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c-locker is to be 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Return the keys to the lock box on the wall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30" y="3573710"/>
            <a:ext cx="4915302" cy="30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7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233F17C484D84597FA8311519C6174" ma:contentTypeVersion="10" ma:contentTypeDescription="Create a new document." ma:contentTypeScope="" ma:versionID="eb37e8a56214f0538d2f3608b8a43e83">
  <xsd:schema xmlns:xsd="http://www.w3.org/2001/XMLSchema" xmlns:xs="http://www.w3.org/2001/XMLSchema" xmlns:p="http://schemas.microsoft.com/office/2006/metadata/properties" xmlns:ns2="161e702b-152d-4268-8402-87e71971cffb" xmlns:ns3="8a995d17-b4dc-4177-aba0-bd1de1f6015d" targetNamespace="http://schemas.microsoft.com/office/2006/metadata/properties" ma:root="true" ma:fieldsID="fe130d4eed3c035991dc83e116f426b6" ns2:_="" ns3:_="">
    <xsd:import namespace="161e702b-152d-4268-8402-87e71971cffb"/>
    <xsd:import namespace="8a995d17-b4dc-4177-aba0-bd1de1f601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e702b-152d-4268-8402-87e71971c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9112196-7e5b-431e-8fea-f50fb91bce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95d17-b4dc-4177-aba0-bd1de1f601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894ebc3-7d6a-48a8-aacd-c022cb0f30e1}" ma:internalName="TaxCatchAll" ma:showField="CatchAllData" ma:web="8a995d17-b4dc-4177-aba0-bd1de1f601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995d17-b4dc-4177-aba0-bd1de1f6015d" xsi:nil="true"/>
    <lcf76f155ced4ddcb4097134ff3c332f xmlns="161e702b-152d-4268-8402-87e71971cf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7F4878-2556-46B6-97CC-3992DBCBC1B0}"/>
</file>

<file path=customXml/itemProps2.xml><?xml version="1.0" encoding="utf-8"?>
<ds:datastoreItem xmlns:ds="http://schemas.openxmlformats.org/officeDocument/2006/customXml" ds:itemID="{5B09BE9B-E1EB-4EA7-95D5-5C6172BA2D8A}"/>
</file>

<file path=customXml/itemProps3.xml><?xml version="1.0" encoding="utf-8"?>
<ds:datastoreItem xmlns:ds="http://schemas.openxmlformats.org/officeDocument/2006/customXml" ds:itemID="{9C9B9019-C8A0-4958-AB74-F4CB2CE645CA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185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Kaiser Permanente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 X. Kern</dc:creator>
  <cp:lastModifiedBy>Kristin X. Kern</cp:lastModifiedBy>
  <cp:revision>7</cp:revision>
  <cp:lastPrinted>2019-01-30T21:08:44Z</cp:lastPrinted>
  <dcterms:created xsi:type="dcterms:W3CDTF">2019-01-30T21:08:36Z</dcterms:created>
  <dcterms:modified xsi:type="dcterms:W3CDTF">2019-02-12T22:01:19Z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0x01010069233F17C484D84597FA8311519C6174</vt:lpwstr>
  </property>
</Properties>
</file>